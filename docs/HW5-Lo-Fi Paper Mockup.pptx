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png" ContentType="image/png"/>
  <Default Extension="xml" ContentType="application/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</Types>
</file>

<file path=_rels/.rels><?xml version="1.0" encoding="UTF-8" standalone="yes"?><Relationships xmlns="http://schemas.openxmlformats.org/package/2006/relationships"><Relationship Target="ppt/presentation.xml" Type="http://schemas.openxmlformats.org/officeDocument/2006/relationships/officeDocument" Id="rId1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aveSubsetFonts="1" autoCompressPictures="0" strictFirstAndLastChars="0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y="9144000" cx="6858000"/>
  <p:defaultTextStyle>
    <a:defPPr algn="l" rtl="0" marR="0">
      <a:lnSpc>
        <a:spcPct val="100000"/>
      </a:lnSpc>
      <a:spcBef>
        <a:spcPts val="0"/>
      </a:spcBef>
      <a:spcAft>
        <a:spcPts val="0"/>
      </a:spcAft>
    </a:defPPr>
    <a:lvl1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tableStyles.xml><?xml version="1.0" encoding="utf-8"?>
<a:tblStyleLst xmlns:a="http://schemas.openxmlformats.org/drawingml/2006/main" xmlns:r="http://schemas.openxmlformats.org/officeDocument/2006/relationships" def="{90651C3A-4460-11DB-9652-00E08161165F}"/>
</file>

<file path=ppt/_rels/presentation.xml.rels><?xml version="1.0" encoding="UTF-8" standalone="yes"?><Relationships xmlns="http://schemas.openxmlformats.org/package/2006/relationships"><Relationship Target="presProps.xml" Type="http://schemas.openxmlformats.org/officeDocument/2006/relationships/presProps" Id="rId2"/><Relationship Target="slides/slide7.xml" Type="http://schemas.openxmlformats.org/officeDocument/2006/relationships/slide" Id="rId12"/><Relationship Target="slides/slide8.xml" Type="http://schemas.openxmlformats.org/officeDocument/2006/relationships/slide" Id="rId13"/><Relationship Target="theme/theme2.xml" Type="http://schemas.openxmlformats.org/officeDocument/2006/relationships/theme" Id="rId1"/><Relationship Target="slideMasters/slideMaster1.xml" Type="http://schemas.openxmlformats.org/officeDocument/2006/relationships/slideMaster" Id="rId4"/><Relationship Target="slides/slide5.xml" Type="http://schemas.openxmlformats.org/officeDocument/2006/relationships/slide" Id="rId10"/><Relationship Target="tableStyles.xml" Type="http://schemas.openxmlformats.org/officeDocument/2006/relationships/tableStyles" Id="rId3"/><Relationship Target="slides/slide6.xml" Type="http://schemas.openxmlformats.org/officeDocument/2006/relationships/slide" Id="rId11"/><Relationship Target="slides/slide4.xml" Type="http://schemas.openxmlformats.org/officeDocument/2006/relationships/slide" Id="rId9"/><Relationship Target="slides/slide1.xml" Type="http://schemas.openxmlformats.org/officeDocument/2006/relationships/slide" Id="rId6"/><Relationship Target="notesMasters/notesMaster1.xml" Type="http://schemas.openxmlformats.org/officeDocument/2006/relationships/notesMaster" Id="rId5"/><Relationship Target="slides/slide3.xml" Type="http://schemas.openxmlformats.org/officeDocument/2006/relationships/slide" Id="rId8"/><Relationship Target="slides/slide2.xml" Type="http://schemas.openxmlformats.org/officeDocument/2006/relationships/slide" Id="rId7"/></Relationships>
</file>

<file path=ppt/notesMasters/_rels/notesMaster1.xml.rels><?xml version="1.0" encoding="UTF-8" standalone="yes"?><Relationships xmlns="http://schemas.openxmlformats.org/package/2006/relationships"><Relationship Target="../theme/theme1.xml" Type="http://schemas.openxmlformats.org/officeDocument/2006/relationships/theme" Id="rId1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" name="Shape 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Shape 2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3" name="Shape 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>
              <a:spcBef>
                <a:spcPts val="0"/>
              </a:spcBef>
              <a:defRPr sz="1100"/>
            </a:lvl1pPr>
            <a:lvl2pPr>
              <a:spcBef>
                <a:spcPts val="0"/>
              </a:spcBef>
              <a:defRPr sz="1100"/>
            </a:lvl2pPr>
            <a:lvl3pPr>
              <a:spcBef>
                <a:spcPts val="0"/>
              </a:spcBef>
              <a:defRPr sz="1100"/>
            </a:lvl3pPr>
            <a:lvl4pPr>
              <a:spcBef>
                <a:spcPts val="0"/>
              </a:spcBef>
              <a:defRPr sz="1100"/>
            </a:lvl4pPr>
            <a:lvl5pPr>
              <a:spcBef>
                <a:spcPts val="0"/>
              </a:spcBef>
              <a:defRPr sz="1100"/>
            </a:lvl5pPr>
            <a:lvl6pPr>
              <a:spcBef>
                <a:spcPts val="0"/>
              </a:spcBef>
              <a:defRPr sz="1100"/>
            </a:lvl6pPr>
            <a:lvl7pPr>
              <a:spcBef>
                <a:spcPts val="0"/>
              </a:spcBef>
              <a:defRPr sz="1100"/>
            </a:lvl7pPr>
            <a:lvl8pPr>
              <a:spcBef>
                <a:spcPts val="0"/>
              </a:spcBef>
              <a:defRPr sz="1100"/>
            </a:lvl8pPr>
            <a:lvl9pPr>
              <a:spcBef>
                <a:spcPts val="0"/>
              </a:spcBef>
              <a:defRPr sz="1100"/>
            </a:lvl9pPr>
          </a:lstStyle>
          <a:p/>
        </p:txBody>
      </p:sp>
    </p:spTree>
  </p:cSld>
  <p:clrMap accent2="accent2" accent3="accent3" accent4="accent4" accent5="accent5" accent6="accent6" hlink="hlink" tx2="lt2" tx1="dk1" bg2="dk2" bg1="lt1" folHlink="folHlink" accent1="accent1"/>
</p:notesMaster>
</file>

<file path=ppt/notesSlides/_rels/notesSlide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5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6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7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8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2" name="Shape 3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3" name="Shape 33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34" name="Shape 34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41" name="Shape 4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2" name="Shape 42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43" name="Shape 4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64" name="Shape 6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5" name="Shape 65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66" name="Shape 66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lang="en"/>
              <a:t>Current Story: Three Little Pigs</a:t>
            </a:r>
          </a:p>
          <a:p>
            <a:pPr rtl="0">
              <a:spcBef>
                <a:spcPts val="0"/>
              </a:spcBef>
              <a:buNone/>
            </a:pPr>
            <a:r>
              <a:rPr lang="en"/>
              <a:t>Task: Follow the directions to locate the house</a:t>
            </a:r>
          </a:p>
          <a:p>
            <a:pPr rtl="0" lvl="0">
              <a:spcBef>
                <a:spcPts val="0"/>
              </a:spcBef>
              <a:buNone/>
            </a:pPr>
            <a:r>
              <a:rPr lang="en"/>
              <a:t>Story so Far: Two houses blowed down, </a:t>
            </a:r>
            <a:r>
              <a:rPr lang="en">
                <a:solidFill>
                  <a:schemeClr val="dk1"/>
                </a:solidFill>
              </a:rPr>
              <a:t>You want to see my sick crib? Follow the arrows</a:t>
            </a:r>
          </a:p>
          <a:p>
            <a:pPr rtl="0"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90" name="Shape 9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1" name="Shape 91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92" name="Shape 92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lang="en"/>
              <a:t>Menu Options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13" name="Shape 11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4" name="Shape 114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115" name="Shape 115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lang="en">
                <a:solidFill>
                  <a:schemeClr val="dk1"/>
                </a:solidFill>
              </a:rPr>
              <a:t>Task: Look around and scope out the surroundings</a:t>
            </a:r>
          </a:p>
          <a:p>
            <a:pPr rtl="0" lv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Story: Look around, make sure the wolf isn’t around before we enter. Look for him</a:t>
            </a:r>
          </a:p>
          <a:p>
            <a:pPr rtl="0"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38" name="Shape 13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9" name="Shape 139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140" name="Shape 140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Task: Interact with the wolf before entering safely</a:t>
            </a:r>
          </a:p>
          <a:p>
            <a:pPr rtl="0" lvl="0">
              <a:spcBef>
                <a:spcPts val="0"/>
              </a:spcBef>
              <a:buNone/>
            </a:pPr>
            <a:r>
              <a:rPr lang="en">
                <a:solidFill>
                  <a:schemeClr val="dk1"/>
                </a:solidFill>
              </a:rPr>
              <a:t>Story: Uh oh, there he is! Stop him!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62" name="Shape 16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63" name="Shape 163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164" name="Shape 164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Task: Pick up the wood and put it in the house</a:t>
            </a:r>
          </a:p>
          <a:p>
            <a:pPr rtl="0" lvl="0">
              <a:spcBef>
                <a:spcPts val="0"/>
              </a:spcBef>
              <a:buNone/>
            </a:pPr>
            <a:r>
              <a:rPr lang="en">
                <a:solidFill>
                  <a:schemeClr val="dk1"/>
                </a:solidFill>
              </a:rPr>
              <a:t>Story: Start the fire!!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86" name="Shape 18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7" name="Shape 187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188" name="Shape 18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Task: Success!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2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3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4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5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6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8" name="Shape 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" name="Shape 9"/>
          <p:cNvSpPr txBox="1"/>
          <p:nvPr>
            <p:ph type="ctrTitle"/>
          </p:nvPr>
        </p:nvSpPr>
        <p:spPr>
          <a:xfrm>
            <a:off y="1583342" x="685800"/>
            <a:ext cy="1159799" cx="7772400"/>
          </a:xfrm>
          <a:prstGeom prst="rect">
            <a:avLst/>
          </a:prstGeom>
        </p:spPr>
        <p:txBody>
          <a:bodyPr bIns="91425" rIns="91425" lIns="91425" tIns="91425" anchor="b" anchorCtr="0"/>
          <a:lstStyle>
            <a:lvl1pPr algn="ctr">
              <a:spcBef>
                <a:spcPts val="0"/>
              </a:spcBef>
              <a:buSzPct val="100000"/>
              <a:defRPr sz="4800"/>
            </a:lvl1pPr>
            <a:lvl2pPr algn="ctr">
              <a:spcBef>
                <a:spcPts val="0"/>
              </a:spcBef>
              <a:buSzPct val="100000"/>
              <a:defRPr sz="4800"/>
            </a:lvl2pPr>
            <a:lvl3pPr algn="ctr">
              <a:spcBef>
                <a:spcPts val="0"/>
              </a:spcBef>
              <a:buSzPct val="100000"/>
              <a:defRPr sz="4800"/>
            </a:lvl3pPr>
            <a:lvl4pPr algn="ctr">
              <a:spcBef>
                <a:spcPts val="0"/>
              </a:spcBef>
              <a:buSzPct val="100000"/>
              <a:defRPr sz="4800"/>
            </a:lvl4pPr>
            <a:lvl5pPr algn="ctr">
              <a:spcBef>
                <a:spcPts val="0"/>
              </a:spcBef>
              <a:buSzPct val="100000"/>
              <a:defRPr sz="4800"/>
            </a:lvl5pPr>
            <a:lvl6pPr algn="ctr">
              <a:spcBef>
                <a:spcPts val="0"/>
              </a:spcBef>
              <a:buSzPct val="100000"/>
              <a:defRPr sz="4800"/>
            </a:lvl6pPr>
            <a:lvl7pPr algn="ctr">
              <a:spcBef>
                <a:spcPts val="0"/>
              </a:spcBef>
              <a:buSzPct val="100000"/>
              <a:defRPr sz="4800"/>
            </a:lvl7pPr>
            <a:lvl8pPr algn="ctr">
              <a:spcBef>
                <a:spcPts val="0"/>
              </a:spcBef>
              <a:buSzPct val="100000"/>
              <a:defRPr sz="4800"/>
            </a:lvl8pPr>
            <a:lvl9pPr algn="ctr">
              <a:spcBef>
                <a:spcPts val="0"/>
              </a:spcBef>
              <a:buSzPct val="100000"/>
              <a:defRPr sz="4800"/>
            </a:lvl9pPr>
          </a:lstStyle>
          <a:p/>
        </p:txBody>
      </p:sp>
      <p:sp>
        <p:nvSpPr>
          <p:cNvPr id="10" name="Shape 10"/>
          <p:cNvSpPr txBox="1"/>
          <p:nvPr>
            <p:ph idx="1" type="subTitle"/>
          </p:nvPr>
        </p:nvSpPr>
        <p:spPr>
          <a:xfrm>
            <a:off y="2840053" x="685800"/>
            <a:ext cy="784799" cx="7772400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 algn="ctr">
              <a:spcBef>
                <a:spcPts val="0"/>
              </a:spcBef>
              <a:buClr>
                <a:schemeClr val="dk2"/>
              </a:buClr>
              <a:buNone/>
              <a:defRPr>
                <a:solidFill>
                  <a:schemeClr val="dk2"/>
                </a:solidFill>
              </a:defRPr>
            </a:lvl1pPr>
            <a:lvl2pPr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2pPr>
            <a:lvl3pPr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3pPr>
            <a:lvl4pPr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4pPr>
            <a:lvl5pPr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5pPr>
            <a:lvl6pPr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6pPr>
            <a:lvl7pPr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7pPr>
            <a:lvl8pPr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8pPr>
            <a:lvl9pPr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" name="Shape 11"/>
          <p:cNvSpPr txBox="1"/>
          <p:nvPr>
            <p:ph idx="12" type="sldNum"/>
          </p:nvPr>
        </p:nvSpPr>
        <p:spPr>
          <a:xfrm>
            <a:off y="4749850" x="8556791"/>
            <a:ext cy="393600" cx="548699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>
            <a:lvl1pPr>
              <a:spcBef>
                <a:spcPts val="0"/>
              </a:spcBef>
              <a:buNone/>
              <a:defRPr/>
            </a:lvl1pPr>
          </a:lstStyle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">
  <p:cSld name="Title and Body">
    <p:spTree>
      <p:nvGrpSpPr>
        <p:cNvPr id="12" name="Shape 1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" name="Shape 13"/>
          <p:cNvSpPr txBox="1"/>
          <p:nvPr>
            <p:ph type="title"/>
          </p:nvPr>
        </p:nvSpPr>
        <p:spPr>
          <a:xfrm>
            <a:off y="205978" x="457200"/>
            <a:ext cy="857400" cx="8229600"/>
          </a:xfrm>
          <a:prstGeom prst="rect">
            <a:avLst/>
          </a:prstGeom>
        </p:spPr>
        <p:txBody>
          <a:bodyPr bIns="91425" rIns="91425" lIns="91425" tIns="91425" anchor="b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/>
        </p:txBody>
      </p:sp>
      <p:sp>
        <p:nvSpPr>
          <p:cNvPr id="14" name="Shape 14"/>
          <p:cNvSpPr txBox="1"/>
          <p:nvPr>
            <p:ph idx="1" type="body"/>
          </p:nvPr>
        </p:nvSpPr>
        <p:spPr>
          <a:xfrm>
            <a:off y="1200150" x="457200"/>
            <a:ext cy="3725699" cx="8229600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/>
        </p:txBody>
      </p:sp>
      <p:sp>
        <p:nvSpPr>
          <p:cNvPr id="15" name="Shape 15"/>
          <p:cNvSpPr txBox="1"/>
          <p:nvPr>
            <p:ph idx="12" type="sldNum"/>
          </p:nvPr>
        </p:nvSpPr>
        <p:spPr>
          <a:xfrm>
            <a:off y="4749850" x="8556791"/>
            <a:ext cy="393600" cx="548699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>
            <a:lvl1pPr>
              <a:spcBef>
                <a:spcPts val="0"/>
              </a:spcBef>
              <a:buNone/>
              <a:defRPr/>
            </a:lvl1pPr>
          </a:lstStyle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ColTx">
  <p:cSld name="Title and Two Columns">
    <p:spTree>
      <p:nvGrpSpPr>
        <p:cNvPr id="16" name="Shape 1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7" name="Shape 17"/>
          <p:cNvSpPr txBox="1"/>
          <p:nvPr>
            <p:ph type="title"/>
          </p:nvPr>
        </p:nvSpPr>
        <p:spPr>
          <a:xfrm>
            <a:off y="205978" x="457200"/>
            <a:ext cy="857400" cx="8229600"/>
          </a:xfrm>
          <a:prstGeom prst="rect">
            <a:avLst/>
          </a:prstGeom>
        </p:spPr>
        <p:txBody>
          <a:bodyPr bIns="91425" rIns="91425" lIns="91425" tIns="91425" anchor="b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/>
        </p:txBody>
      </p:sp>
      <p:sp>
        <p:nvSpPr>
          <p:cNvPr id="18" name="Shape 18"/>
          <p:cNvSpPr txBox="1"/>
          <p:nvPr>
            <p:ph idx="1" type="body"/>
          </p:nvPr>
        </p:nvSpPr>
        <p:spPr>
          <a:xfrm>
            <a:off y="1200150" x="457200"/>
            <a:ext cy="3725699" cx="3994500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/>
        </p:txBody>
      </p:sp>
      <p:sp>
        <p:nvSpPr>
          <p:cNvPr id="19" name="Shape 19"/>
          <p:cNvSpPr txBox="1"/>
          <p:nvPr>
            <p:ph idx="2" type="body"/>
          </p:nvPr>
        </p:nvSpPr>
        <p:spPr>
          <a:xfrm>
            <a:off y="1200150" x="4692273"/>
            <a:ext cy="3725699" cx="3994500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/>
        </p:txBody>
      </p:sp>
      <p:sp>
        <p:nvSpPr>
          <p:cNvPr id="20" name="Shape 20"/>
          <p:cNvSpPr txBox="1"/>
          <p:nvPr>
            <p:ph idx="12" type="sldNum"/>
          </p:nvPr>
        </p:nvSpPr>
        <p:spPr>
          <a:xfrm>
            <a:off y="4749850" x="8556791"/>
            <a:ext cy="393600" cx="548699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>
            <a:lvl1pPr>
              <a:spcBef>
                <a:spcPts val="0"/>
              </a:spcBef>
              <a:buNone/>
              <a:defRPr/>
            </a:lvl1pPr>
          </a:lstStyle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21" name="Shape 2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2" name="Shape 22"/>
          <p:cNvSpPr txBox="1"/>
          <p:nvPr>
            <p:ph type="title"/>
          </p:nvPr>
        </p:nvSpPr>
        <p:spPr>
          <a:xfrm>
            <a:off y="205978" x="457200"/>
            <a:ext cy="857400" cx="8229600"/>
          </a:xfrm>
          <a:prstGeom prst="rect">
            <a:avLst/>
          </a:prstGeom>
        </p:spPr>
        <p:txBody>
          <a:bodyPr bIns="91425" rIns="91425" lIns="91425" tIns="91425" anchor="b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/>
        </p:txBody>
      </p:sp>
      <p:sp>
        <p:nvSpPr>
          <p:cNvPr id="23" name="Shape 23"/>
          <p:cNvSpPr txBox="1"/>
          <p:nvPr>
            <p:ph idx="12" type="sldNum"/>
          </p:nvPr>
        </p:nvSpPr>
        <p:spPr>
          <a:xfrm>
            <a:off y="4749850" x="8556791"/>
            <a:ext cy="393600" cx="548699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>
            <a:lvl1pPr>
              <a:spcBef>
                <a:spcPts val="0"/>
              </a:spcBef>
              <a:buNone/>
              <a:defRPr/>
            </a:lvl1pPr>
          </a:lstStyle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Caption">
    <p:spTree>
      <p:nvGrpSpPr>
        <p:cNvPr id="24" name="Shape 2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5" name="Shape 25"/>
          <p:cNvSpPr txBox="1"/>
          <p:nvPr>
            <p:ph idx="1" type="body"/>
          </p:nvPr>
        </p:nvSpPr>
        <p:spPr>
          <a:xfrm>
            <a:off y="4406309" x="457200"/>
            <a:ext cy="519599" cx="8229600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 algn="ctr">
              <a:spcBef>
                <a:spcPts val="360"/>
              </a:spcBef>
              <a:buSzPct val="100000"/>
              <a:buNone/>
              <a:defRPr sz="1800"/>
            </a:lvl1pPr>
          </a:lstStyle>
          <a:p/>
        </p:txBody>
      </p:sp>
      <p:sp>
        <p:nvSpPr>
          <p:cNvPr id="26" name="Shape 26"/>
          <p:cNvSpPr txBox="1"/>
          <p:nvPr>
            <p:ph idx="12" type="sldNum"/>
          </p:nvPr>
        </p:nvSpPr>
        <p:spPr>
          <a:xfrm>
            <a:off y="4749850" x="8556791"/>
            <a:ext cy="393600" cx="548699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>
            <a:lvl1pPr>
              <a:spcBef>
                <a:spcPts val="0"/>
              </a:spcBef>
              <a:buNone/>
              <a:defRPr/>
            </a:lvl1pPr>
          </a:lstStyle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27" name="Shape 2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8" name="Shape 28"/>
          <p:cNvSpPr txBox="1"/>
          <p:nvPr>
            <p:ph idx="12" type="sldNum"/>
          </p:nvPr>
        </p:nvSpPr>
        <p:spPr>
          <a:xfrm>
            <a:off y="4749850" x="8556791"/>
            <a:ext cy="393600" cx="548699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>
            <a:lvl1pPr>
              <a:spcBef>
                <a:spcPts val="0"/>
              </a:spcBef>
              <a:buNone/>
              <a:defRPr/>
            </a:lvl1pPr>
          </a:lstStyle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Target="../slideLayouts/slideLayout2.xml" Type="http://schemas.openxmlformats.org/officeDocument/2006/relationships/slideLayout" Id="rId2"/><Relationship Target="../slideLayouts/slideLayout1.xml" Type="http://schemas.openxmlformats.org/officeDocument/2006/relationships/slideLayout" Id="rId1"/><Relationship Target="../slideLayouts/slideLayout4.xml" Type="http://schemas.openxmlformats.org/officeDocument/2006/relationships/slideLayout" Id="rId4"/><Relationship Target="../slideLayouts/slideLayout3.xml" Type="http://schemas.openxmlformats.org/officeDocument/2006/relationships/slideLayout" Id="rId3"/><Relationship Target="../slideLayouts/slideLayout6.xml" Type="http://schemas.openxmlformats.org/officeDocument/2006/relationships/slideLayout" Id="rId6"/><Relationship Target="../slideLayouts/slideLayout5.xml" Type="http://schemas.openxmlformats.org/officeDocument/2006/relationships/slideLayout" Id="rId5"/><Relationship Target="../theme/theme3.xml" Type="http://schemas.openxmlformats.org/officeDocument/2006/relationships/theme" Id="rId7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4" name="Shape 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" name="Shape 5"/>
          <p:cNvSpPr txBox="1"/>
          <p:nvPr>
            <p:ph type="title"/>
          </p:nvPr>
        </p:nvSpPr>
        <p:spPr>
          <a:xfrm>
            <a:off y="205978" x="457200"/>
            <a:ext cy="8574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" name="Shape 6"/>
          <p:cNvSpPr txBox="1"/>
          <p:nvPr>
            <p:ph idx="1" type="body"/>
          </p:nvPr>
        </p:nvSpPr>
        <p:spPr>
          <a:xfrm>
            <a:off y="1200150" x="457200"/>
            <a:ext cy="3725699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>
              <a:spcBef>
                <a:spcPts val="600"/>
              </a:spcBef>
              <a:buClr>
                <a:schemeClr val="dk1"/>
              </a:buClr>
              <a:buSzPct val="100000"/>
              <a:defRPr sz="3000">
                <a:solidFill>
                  <a:schemeClr val="dk1"/>
                </a:solidFill>
              </a:defRPr>
            </a:lvl1pPr>
            <a:lvl2pPr>
              <a:spcBef>
                <a:spcPts val="480"/>
              </a:spcBef>
              <a:buClr>
                <a:schemeClr val="dk1"/>
              </a:buClr>
              <a:buSzPct val="100000"/>
              <a:defRPr sz="2400">
                <a:solidFill>
                  <a:schemeClr val="dk1"/>
                </a:solidFill>
              </a:defRPr>
            </a:lvl2pPr>
            <a:lvl3pPr>
              <a:spcBef>
                <a:spcPts val="480"/>
              </a:spcBef>
              <a:buClr>
                <a:schemeClr val="dk1"/>
              </a:buClr>
              <a:buSzPct val="100000"/>
              <a:defRPr sz="2400">
                <a:solidFill>
                  <a:schemeClr val="dk1"/>
                </a:solidFill>
              </a:defRPr>
            </a:lvl3pPr>
            <a:lvl4pPr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4pPr>
            <a:lvl5pPr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5pPr>
            <a:lvl6pPr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6pPr>
            <a:lvl7pPr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7pPr>
            <a:lvl8pPr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8pPr>
            <a:lvl9pPr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Shape 7"/>
          <p:cNvSpPr txBox="1"/>
          <p:nvPr>
            <p:ph idx="12" type="sldNum"/>
          </p:nvPr>
        </p:nvSpPr>
        <p:spPr>
          <a:xfrm>
            <a:off y="4749850" x="8556791"/>
            <a:ext cy="393600" cx="5486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>
            <a:noAutofit/>
          </a:bodyPr>
          <a:lstStyle>
            <a:lvl1pPr algn="r">
              <a:spcBef>
                <a:spcPts val="0"/>
              </a:spcBef>
              <a:buNone/>
              <a:defRPr sz="1300">
                <a:solidFill>
                  <a:schemeClr val="dk1"/>
                </a:solidFill>
              </a:defRPr>
            </a:lvl1pPr>
          </a:lstStyle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 accent2="accent2" accent3="accent3" accent4="accent4" accent5="accent5" accent6="accent6" hlink="hlink" tx2="lt2" tx1="dk1" bg2="dk2" bg1="lt1" folHlink="folHlink" accent1="accent1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sldNum="0" hdr="0"/>
  <p:txStyles>
    <p:title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Target="../notesSlides/notesSlide1.xml" Type="http://schemas.openxmlformats.org/officeDocument/2006/relationships/notesSlide" Id="rId2"/><Relationship Target="../slideLayouts/slideLayout1.xml" Type="http://schemas.openxmlformats.org/officeDocument/2006/relationships/slideLayout" Id="rId1"/></Relationships>
</file>

<file path=ppt/slides/_rels/slide2.xml.rels><?xml version="1.0" encoding="UTF-8" standalone="yes"?><Relationships xmlns="http://schemas.openxmlformats.org/package/2006/relationships"><Relationship Target="../notesSlides/notesSlide2.xml" Type="http://schemas.openxmlformats.org/officeDocument/2006/relationships/notesSlide" Id="rId2"/><Relationship Target="../slideLayouts/slideLayout1.xml" Type="http://schemas.openxmlformats.org/officeDocument/2006/relationships/slideLayout" Id="rId1"/></Relationships>
</file>

<file path=ppt/slides/_rels/slide3.xml.rels><?xml version="1.0" encoding="UTF-8" standalone="yes"?><Relationships xmlns="http://schemas.openxmlformats.org/package/2006/relationships"><Relationship Target="../notesSlides/notesSlide3.xml" Type="http://schemas.openxmlformats.org/officeDocument/2006/relationships/notesSlide" Id="rId2"/><Relationship Target="../slideLayouts/slideLayout1.xml" Type="http://schemas.openxmlformats.org/officeDocument/2006/relationships/slideLayout" Id="rId1"/><Relationship Target="../media/image02.png" Type="http://schemas.openxmlformats.org/officeDocument/2006/relationships/image" Id="rId4"/><Relationship Target="../media/image05.jpg" Type="http://schemas.openxmlformats.org/officeDocument/2006/relationships/image" Id="rId3"/><Relationship Target="../media/image01.png" Type="http://schemas.openxmlformats.org/officeDocument/2006/relationships/image" Id="rId6"/><Relationship Target="../media/image00.png" Type="http://schemas.openxmlformats.org/officeDocument/2006/relationships/image" Id="rId5"/></Relationships>
</file>

<file path=ppt/slides/_rels/slide4.xml.rels><?xml version="1.0" encoding="UTF-8" standalone="yes"?><Relationships xmlns="http://schemas.openxmlformats.org/package/2006/relationships"><Relationship Target="../notesSlides/notesSlide4.xml" Type="http://schemas.openxmlformats.org/officeDocument/2006/relationships/notesSlide" Id="rId2"/><Relationship Target="../slideLayouts/slideLayout1.xml" Type="http://schemas.openxmlformats.org/officeDocument/2006/relationships/slideLayout" Id="rId1"/><Relationship Target="../media/image02.png" Type="http://schemas.openxmlformats.org/officeDocument/2006/relationships/image" Id="rId4"/><Relationship Target="../media/image05.jpg" Type="http://schemas.openxmlformats.org/officeDocument/2006/relationships/image" Id="rId3"/><Relationship Target="../media/image01.png" Type="http://schemas.openxmlformats.org/officeDocument/2006/relationships/image" Id="rId6"/><Relationship Target="../media/image00.png" Type="http://schemas.openxmlformats.org/officeDocument/2006/relationships/image" Id="rId5"/></Relationships>
</file>

<file path=ppt/slides/_rels/slide5.xml.rels><?xml version="1.0" encoding="UTF-8" standalone="yes"?><Relationships xmlns="http://schemas.openxmlformats.org/package/2006/relationships"><Relationship Target="../notesSlides/notesSlide5.xml" Type="http://schemas.openxmlformats.org/officeDocument/2006/relationships/notesSlide" Id="rId2"/><Relationship Target="../slideLayouts/slideLayout1.xml" Type="http://schemas.openxmlformats.org/officeDocument/2006/relationships/slideLayout" Id="rId1"/><Relationship Target="../media/image02.png" Type="http://schemas.openxmlformats.org/officeDocument/2006/relationships/image" Id="rId4"/><Relationship Target="../media/image04.jpg" Type="http://schemas.openxmlformats.org/officeDocument/2006/relationships/image" Id="rId3"/><Relationship Target="../media/image01.png" Type="http://schemas.openxmlformats.org/officeDocument/2006/relationships/image" Id="rId6"/><Relationship Target="../media/image00.png" Type="http://schemas.openxmlformats.org/officeDocument/2006/relationships/image" Id="rId5"/></Relationships>
</file>

<file path=ppt/slides/_rels/slide6.xml.rels><?xml version="1.0" encoding="UTF-8" standalone="yes"?><Relationships xmlns="http://schemas.openxmlformats.org/package/2006/relationships"><Relationship Target="../notesSlides/notesSlide6.xml" Type="http://schemas.openxmlformats.org/officeDocument/2006/relationships/notesSlide" Id="rId2"/><Relationship Target="../slideLayouts/slideLayout1.xml" Type="http://schemas.openxmlformats.org/officeDocument/2006/relationships/slideLayout" Id="rId1"/><Relationship Target="../media/image02.png" Type="http://schemas.openxmlformats.org/officeDocument/2006/relationships/image" Id="rId4"/><Relationship Target="../media/image06.jpg" Type="http://schemas.openxmlformats.org/officeDocument/2006/relationships/image" Id="rId3"/><Relationship Target="../media/image01.png" Type="http://schemas.openxmlformats.org/officeDocument/2006/relationships/image" Id="rId6"/><Relationship Target="../media/image00.png" Type="http://schemas.openxmlformats.org/officeDocument/2006/relationships/image" Id="rId5"/></Relationships>
</file>

<file path=ppt/slides/_rels/slide7.xml.rels><?xml version="1.0" encoding="UTF-8" standalone="yes"?><Relationships xmlns="http://schemas.openxmlformats.org/package/2006/relationships"><Relationship Target="../notesSlides/notesSlide7.xml" Type="http://schemas.openxmlformats.org/officeDocument/2006/relationships/notesSlide" Id="rId2"/><Relationship Target="../slideLayouts/slideLayout1.xml" Type="http://schemas.openxmlformats.org/officeDocument/2006/relationships/slideLayout" Id="rId1"/><Relationship Target="../media/image02.png" Type="http://schemas.openxmlformats.org/officeDocument/2006/relationships/image" Id="rId4"/><Relationship Target="../media/image03.jpg" Type="http://schemas.openxmlformats.org/officeDocument/2006/relationships/image" Id="rId3"/><Relationship Target="../media/image01.png" Type="http://schemas.openxmlformats.org/officeDocument/2006/relationships/image" Id="rId6"/><Relationship Target="../media/image00.png" Type="http://schemas.openxmlformats.org/officeDocument/2006/relationships/image" Id="rId5"/></Relationships>
</file>

<file path=ppt/slides/_rels/slide8.xml.rels><?xml version="1.0" encoding="UTF-8" standalone="yes"?><Relationships xmlns="http://schemas.openxmlformats.org/package/2006/relationships"><Relationship Target="../notesSlides/notesSlide8.xml" Type="http://schemas.openxmlformats.org/officeDocument/2006/relationships/notesSlide" Id="rId2"/><Relationship Target="../slideLayouts/slideLayout1.xml" Type="http://schemas.openxmlformats.org/officeDocument/2006/relationships/slideLayout" Id="rId1"/><Relationship Target="../media/image02.png" Type="http://schemas.openxmlformats.org/officeDocument/2006/relationships/image" Id="rId4"/><Relationship Target="../media/image03.jpg" Type="http://schemas.openxmlformats.org/officeDocument/2006/relationships/image" Id="rId3"/><Relationship Target="../media/image01.png" Type="http://schemas.openxmlformats.org/officeDocument/2006/relationships/image" Id="rId6"/><Relationship Target="../media/image00.png" Type="http://schemas.openxmlformats.org/officeDocument/2006/relationships/image" Id="rId5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74C9CC"/>
        </a:solidFill>
      </p:bgPr>
    </p:bg>
    <p:spTree>
      <p:nvGrpSpPr>
        <p:cNvPr id="29" name="Shape 2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0" name="Shape 30"/>
          <p:cNvSpPr txBox="1"/>
          <p:nvPr>
            <p:ph type="ctrTitle"/>
          </p:nvPr>
        </p:nvSpPr>
        <p:spPr>
          <a:xfrm>
            <a:off y="1583342" x="685800"/>
            <a:ext cy="1159799" cx="77724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Stories that Move</a:t>
            </a:r>
          </a:p>
        </p:txBody>
      </p:sp>
      <p:sp>
        <p:nvSpPr>
          <p:cNvPr id="31" name="Shape 31"/>
          <p:cNvSpPr txBox="1"/>
          <p:nvPr>
            <p:ph idx="1" type="subTitle"/>
          </p:nvPr>
        </p:nvSpPr>
        <p:spPr>
          <a:xfrm>
            <a:off y="2840053" x="685800"/>
            <a:ext cy="784799" cx="77724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Lo-Fi Prototype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74C9CC"/>
        </a:solidFill>
      </p:bgPr>
    </p:bg>
    <p:spTree>
      <p:nvGrpSpPr>
        <p:cNvPr id="35" name="Shape 3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6" name="Shape 36"/>
          <p:cNvSpPr txBox="1"/>
          <p:nvPr>
            <p:ph type="ctrTitle"/>
          </p:nvPr>
        </p:nvSpPr>
        <p:spPr>
          <a:xfrm>
            <a:off y="-1" x="685800"/>
            <a:ext cy="912599" cx="77724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sz="3600" lang="en">
                <a:solidFill>
                  <a:srgbClr val="FFFFFF"/>
                </a:solidFill>
              </a:rPr>
              <a:t>Select Your Story</a:t>
            </a:r>
          </a:p>
        </p:txBody>
      </p:sp>
      <p:sp>
        <p:nvSpPr>
          <p:cNvPr id="37" name="Shape 37"/>
          <p:cNvSpPr/>
          <p:nvPr/>
        </p:nvSpPr>
        <p:spPr>
          <a:xfrm>
            <a:off y="1109537" x="2974837"/>
            <a:ext cy="745800" cx="3194400"/>
          </a:xfrm>
          <a:prstGeom prst="rect">
            <a:avLst/>
          </a:prstGeom>
          <a:solidFill>
            <a:srgbClr val="EEE440"/>
          </a:solidFill>
          <a:ln w="19050" cap="flat">
            <a:solidFill>
              <a:srgbClr val="FFFFFF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b="1" lang="en">
                <a:solidFill>
                  <a:srgbClr val="38761D"/>
                </a:solidFill>
              </a:rPr>
              <a:t>Three Little Pigs (83%)</a:t>
            </a:r>
          </a:p>
        </p:txBody>
      </p:sp>
      <p:sp>
        <p:nvSpPr>
          <p:cNvPr id="38" name="Shape 38"/>
          <p:cNvSpPr/>
          <p:nvPr/>
        </p:nvSpPr>
        <p:spPr>
          <a:xfrm>
            <a:off y="2089745" x="2974837"/>
            <a:ext cy="745800" cx="3194400"/>
          </a:xfrm>
          <a:prstGeom prst="rect">
            <a:avLst/>
          </a:prstGeom>
          <a:solidFill>
            <a:srgbClr val="EEE440"/>
          </a:solidFill>
          <a:ln w="19050" cap="flat">
            <a:solidFill>
              <a:srgbClr val="FFFFFF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>
            <a:pPr algn="ctr" rtl="0" lvl="0">
              <a:spcBef>
                <a:spcPts val="0"/>
              </a:spcBef>
              <a:buNone/>
            </a:pPr>
            <a:r>
              <a:rPr b="1" lang="en">
                <a:solidFill>
                  <a:srgbClr val="38761D"/>
                </a:solidFill>
              </a:rPr>
              <a:t>Aladdin</a:t>
            </a:r>
          </a:p>
        </p:txBody>
      </p:sp>
      <p:sp>
        <p:nvSpPr>
          <p:cNvPr id="39" name="Shape 39"/>
          <p:cNvSpPr/>
          <p:nvPr/>
        </p:nvSpPr>
        <p:spPr>
          <a:xfrm>
            <a:off y="3069954" x="2974837"/>
            <a:ext cy="745800" cx="3194400"/>
          </a:xfrm>
          <a:prstGeom prst="rect">
            <a:avLst/>
          </a:prstGeom>
          <a:solidFill>
            <a:srgbClr val="EEE440"/>
          </a:solidFill>
          <a:ln w="19050" cap="flat">
            <a:solidFill>
              <a:srgbClr val="FFFFFF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>
            <a:pPr algn="ctr" rtl="0" lvl="0">
              <a:spcBef>
                <a:spcPts val="0"/>
              </a:spcBef>
              <a:buNone/>
            </a:pPr>
            <a:r>
              <a:rPr b="1" lang="en">
                <a:solidFill>
                  <a:srgbClr val="38761D"/>
                </a:solidFill>
              </a:rPr>
              <a:t>Magic School Bus</a:t>
            </a:r>
          </a:p>
        </p:txBody>
      </p:sp>
      <p:sp>
        <p:nvSpPr>
          <p:cNvPr id="40" name="Shape 40"/>
          <p:cNvSpPr/>
          <p:nvPr/>
        </p:nvSpPr>
        <p:spPr>
          <a:xfrm>
            <a:off y="4050162" x="2974837"/>
            <a:ext cy="745800" cx="3194400"/>
          </a:xfrm>
          <a:prstGeom prst="rect">
            <a:avLst/>
          </a:prstGeom>
          <a:solidFill>
            <a:srgbClr val="EEE440"/>
          </a:solidFill>
          <a:ln w="19050" cap="flat">
            <a:solidFill>
              <a:srgbClr val="FFFFFF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>
            <a:pPr algn="ctr" rtl="0" lvl="0">
              <a:spcBef>
                <a:spcPts val="0"/>
              </a:spcBef>
              <a:buNone/>
            </a:pPr>
            <a:r>
              <a:rPr b="1" lang="en">
                <a:solidFill>
                  <a:srgbClr val="38761D"/>
                </a:solidFill>
              </a:rPr>
              <a:t>Download More Stories</a:t>
            </a: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44" name="Shape 4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pic>
        <p:nvPicPr>
          <p:cNvPr id="45" name="Shape 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y="0" x="-23425"/>
            <a:ext cy="5143498" cx="91439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" name="Shape 46"/>
          <p:cNvGrpSpPr/>
          <p:nvPr/>
        </p:nvGrpSpPr>
        <p:grpSpPr>
          <a:xfrm>
            <a:off y="4130700" x="1168550"/>
            <a:ext cy="1012800" cx="1017900"/>
            <a:chOff y="4111925" x="1168550"/>
            <a:chExt cy="1012800" cx="1017900"/>
          </a:xfrm>
        </p:grpSpPr>
        <p:pic>
          <p:nvPicPr>
            <p:cNvPr id="47" name="Shape 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y="4111925" x="1313311"/>
              <a:ext cy="728400" cx="7283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" name="Shape 48"/>
            <p:cNvSpPr/>
            <p:nvPr/>
          </p:nvSpPr>
          <p:spPr>
            <a:xfrm>
              <a:off y="4840325" x="1168550"/>
              <a:ext cy="284400" cx="1017900"/>
            </a:xfrm>
            <a:prstGeom prst="rect">
              <a:avLst/>
            </a:prstGeom>
            <a:solidFill>
              <a:srgbClr val="EEE440"/>
            </a:solidFill>
            <a:ln w="19050" cap="flat">
              <a:solidFill>
                <a:srgbClr val="FFFFFF"/>
              </a:solidFill>
              <a:prstDash val="solid"/>
              <a:round/>
              <a:headEnd w="med" len="med" type="none"/>
              <a:tailEnd w="med" len="med" type="none"/>
            </a:ln>
          </p:spPr>
          <p:txBody>
            <a:bodyPr bIns="91425" rIns="91425" lIns="91425" tIns="91425" anchor="ctr" anchorCtr="0">
              <a:noAutofit/>
            </a:bodyPr>
            <a:lstStyle/>
            <a:p>
              <a:pPr rtl="0" lvl="0">
                <a:spcBef>
                  <a:spcPts val="0"/>
                </a:spcBef>
                <a:buNone/>
              </a:pPr>
              <a:r>
                <a:rPr b="1" lang="en"/>
                <a:t>Wheatie</a:t>
              </a:r>
            </a:p>
          </p:txBody>
        </p:sp>
      </p:grpSp>
      <p:sp>
        <p:nvSpPr>
          <p:cNvPr id="49" name="Shape 49"/>
          <p:cNvSpPr/>
          <p:nvPr/>
        </p:nvSpPr>
        <p:spPr>
          <a:xfrm>
            <a:off y="85494" x="1068862"/>
            <a:ext cy="557400" cx="6959399"/>
          </a:xfrm>
          <a:prstGeom prst="rect">
            <a:avLst/>
          </a:prstGeom>
          <a:solidFill>
            <a:srgbClr val="74C9CC"/>
          </a:solidFill>
          <a:ln w="19050" cap="flat">
            <a:solidFill>
              <a:srgbClr val="FFFFFF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>
            <a:pPr algn="ctr" rtl="0" lvl="0">
              <a:spcBef>
                <a:spcPts val="0"/>
              </a:spcBef>
              <a:buNone/>
            </a:pPr>
            <a:r>
              <a:rPr b="1" lang="en"/>
              <a:t>Story: </a:t>
            </a:r>
            <a:r>
              <a:rPr lang="en" i="1"/>
              <a:t>The Three Little Pigs Strike Back</a:t>
            </a:r>
          </a:p>
          <a:p>
            <a:pPr algn="ctr" rtl="0" lvl="0">
              <a:spcBef>
                <a:spcPts val="0"/>
              </a:spcBef>
              <a:buNone/>
            </a:pPr>
            <a:r>
              <a:rPr b="1" lang="en"/>
              <a:t>Progress: </a:t>
            </a:r>
            <a:r>
              <a:rPr lang="en"/>
              <a:t>83%                 </a:t>
            </a:r>
            <a:r>
              <a:rPr b="1" lang="en"/>
              <a:t>ETA:</a:t>
            </a:r>
            <a:r>
              <a:rPr lang="en"/>
              <a:t> 45 min </a:t>
            </a:r>
          </a:p>
        </p:txBody>
      </p:sp>
      <p:grpSp>
        <p:nvGrpSpPr>
          <p:cNvPr id="50" name="Shape 50"/>
          <p:cNvGrpSpPr/>
          <p:nvPr/>
        </p:nvGrpSpPr>
        <p:grpSpPr>
          <a:xfrm>
            <a:off y="4130700" x="2474637"/>
            <a:ext cy="1012800" cx="1017900"/>
            <a:chOff y="4111925" x="1168550"/>
            <a:chExt cy="1012800" cx="1017900"/>
          </a:xfrm>
        </p:grpSpPr>
        <p:pic>
          <p:nvPicPr>
            <p:cNvPr id="51" name="Shape 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y="4111925" x="1313311"/>
              <a:ext cy="728400" cx="7283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" name="Shape 52"/>
            <p:cNvSpPr/>
            <p:nvPr/>
          </p:nvSpPr>
          <p:spPr>
            <a:xfrm>
              <a:off y="4840325" x="1168550"/>
              <a:ext cy="284400" cx="1017900"/>
            </a:xfrm>
            <a:prstGeom prst="rect">
              <a:avLst/>
            </a:prstGeom>
            <a:solidFill>
              <a:srgbClr val="EEE440"/>
            </a:solidFill>
            <a:ln w="19050" cap="flat">
              <a:solidFill>
                <a:srgbClr val="FFFFFF"/>
              </a:solidFill>
              <a:prstDash val="solid"/>
              <a:round/>
              <a:headEnd w="med" len="med" type="none"/>
              <a:tailEnd w="med" len="med" type="none"/>
            </a:ln>
          </p:spPr>
          <p:txBody>
            <a:bodyPr bIns="91425" rIns="91425" lIns="91425" tIns="91425" anchor="ctr" anchorCtr="0">
              <a:noAutofit/>
            </a:bodyPr>
            <a:lstStyle/>
            <a:p>
              <a:pPr rtl="0" lvl="0">
                <a:spcBef>
                  <a:spcPts val="0"/>
                </a:spcBef>
                <a:buNone/>
              </a:pPr>
              <a:r>
                <a:rPr b="1" lang="en"/>
                <a:t>Twiggy</a:t>
              </a:r>
            </a:p>
          </p:txBody>
        </p:sp>
      </p:grpSp>
      <p:grpSp>
        <p:nvGrpSpPr>
          <p:cNvPr id="53" name="Shape 53"/>
          <p:cNvGrpSpPr/>
          <p:nvPr/>
        </p:nvGrpSpPr>
        <p:grpSpPr>
          <a:xfrm>
            <a:off y="4130700" x="7133525"/>
            <a:ext cy="1012800" cx="1017900"/>
            <a:chOff y="4111925" x="1168550"/>
            <a:chExt cy="1012800" cx="1017900"/>
          </a:xfrm>
        </p:grpSpPr>
        <p:pic>
          <p:nvPicPr>
            <p:cNvPr id="54" name="Shape 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y="4111925" x="1313311"/>
              <a:ext cy="728400" cx="7283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" name="Shape 55"/>
            <p:cNvSpPr/>
            <p:nvPr/>
          </p:nvSpPr>
          <p:spPr>
            <a:xfrm>
              <a:off y="4840325" x="1168550"/>
              <a:ext cy="284400" cx="1017900"/>
            </a:xfrm>
            <a:prstGeom prst="rect">
              <a:avLst/>
            </a:prstGeom>
            <a:solidFill>
              <a:srgbClr val="EEE440"/>
            </a:solidFill>
            <a:ln w="19050" cap="flat">
              <a:solidFill>
                <a:srgbClr val="FFFFFF"/>
              </a:solidFill>
              <a:prstDash val="solid"/>
              <a:round/>
              <a:headEnd w="med" len="med" type="none"/>
              <a:tailEnd w="med" len="med" type="none"/>
            </a:ln>
          </p:spPr>
          <p:txBody>
            <a:bodyPr bIns="91425" rIns="91425" lIns="91425" tIns="91425" anchor="ctr" anchorCtr="0">
              <a:noAutofit/>
            </a:bodyPr>
            <a:lstStyle/>
            <a:p>
              <a:pPr rtl="0" lvl="0">
                <a:spcBef>
                  <a:spcPts val="0"/>
                </a:spcBef>
                <a:buNone/>
              </a:pPr>
              <a:r>
                <a:rPr b="1" lang="en"/>
                <a:t>Brick</a:t>
              </a:r>
            </a:p>
          </p:txBody>
        </p:sp>
      </p:grpSp>
      <p:grpSp>
        <p:nvGrpSpPr>
          <p:cNvPr id="56" name="Shape 56"/>
          <p:cNvGrpSpPr/>
          <p:nvPr/>
        </p:nvGrpSpPr>
        <p:grpSpPr>
          <a:xfrm>
            <a:off y="35468" x="8395298"/>
            <a:ext cy="657450" cx="657450"/>
            <a:chOff y="886962" x="7785698"/>
            <a:chExt cy="657450" cx="657450"/>
          </a:xfrm>
        </p:grpSpPr>
        <p:sp>
          <p:nvSpPr>
            <p:cNvPr id="57" name="Shape 57"/>
            <p:cNvSpPr/>
            <p:nvPr/>
          </p:nvSpPr>
          <p:spPr>
            <a:xfrm>
              <a:off y="936987" x="7821173"/>
              <a:ext cy="557400" cx="586500"/>
            </a:xfrm>
            <a:prstGeom prst="rect">
              <a:avLst/>
            </a:prstGeom>
            <a:solidFill>
              <a:schemeClr val="lt2"/>
            </a:solidFill>
            <a:ln w="19050" cap="flat">
              <a:solidFill>
                <a:schemeClr val="dk2"/>
              </a:solidFill>
              <a:prstDash val="solid"/>
              <a:round/>
              <a:headEnd w="med" len="med" type="none"/>
              <a:tailEnd w="med" len="med" type="none"/>
            </a:ln>
          </p:spPr>
          <p:txBody>
            <a:bodyPr bIns="91425" rIns="91425" lIns="91425" tIns="91425" anchor="ctr" anchorCtr="0">
              <a:noAutofit/>
            </a:bodyPr>
            <a:lstStyle/>
            <a:p>
              <a:pPr algn="ctr" rtl="0"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pic>
          <p:nvPicPr>
            <p:cNvPr id="58" name="Shape 5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y="886962" x="7785698"/>
              <a:ext cy="657450" cx="6574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" name="Shape 59"/>
          <p:cNvGrpSpPr/>
          <p:nvPr/>
        </p:nvGrpSpPr>
        <p:grpSpPr>
          <a:xfrm>
            <a:off y="-6" x="31"/>
            <a:ext cy="728400" cx="728400"/>
            <a:chOff y="178768" x="118831"/>
            <a:chExt cy="728400" cx="728400"/>
          </a:xfrm>
        </p:grpSpPr>
        <p:sp>
          <p:nvSpPr>
            <p:cNvPr id="60" name="Shape 60"/>
            <p:cNvSpPr/>
            <p:nvPr/>
          </p:nvSpPr>
          <p:spPr>
            <a:xfrm>
              <a:off y="264269" x="189782"/>
              <a:ext cy="557400" cx="586500"/>
            </a:xfrm>
            <a:prstGeom prst="rect">
              <a:avLst/>
            </a:prstGeom>
            <a:solidFill>
              <a:schemeClr val="lt2"/>
            </a:solidFill>
            <a:ln w="19050" cap="flat">
              <a:solidFill>
                <a:schemeClr val="dk2"/>
              </a:solidFill>
              <a:prstDash val="solid"/>
              <a:round/>
              <a:headEnd w="med" len="med" type="none"/>
              <a:tailEnd w="med" len="med" type="none"/>
            </a:ln>
          </p:spPr>
          <p:txBody>
            <a:bodyPr bIns="91425" rIns="91425" lIns="91425" tIns="91425" anchor="ctr" anchorCtr="0">
              <a:noAutofit/>
            </a:bodyPr>
            <a:lstStyle/>
            <a:p>
              <a:pPr algn="ctr" rtl="0"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pic>
          <p:nvPicPr>
            <p:cNvPr id="61" name="Shape 6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y="178768" x="118831"/>
              <a:ext cy="728400" cx="728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" name="Shape 62"/>
          <p:cNvSpPr/>
          <p:nvPr/>
        </p:nvSpPr>
        <p:spPr>
          <a:xfrm>
            <a:off y="2887125" x="7187075"/>
            <a:ext cy="947699" cx="1448099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rgbClr val="74C9CC"/>
          </a:solidFill>
          <a:ln w="19050" cap="flat">
            <a:solidFill>
              <a:srgbClr val="FFFFFF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sz="1200" lang="en"/>
              <a:t>Yo Bros, sorry about your cribs. Let’s just chill at mine.</a:t>
            </a:r>
          </a:p>
        </p:txBody>
      </p:sp>
      <p:sp>
        <p:nvSpPr>
          <p:cNvPr id="63" name="Shape 63"/>
          <p:cNvSpPr/>
          <p:nvPr/>
        </p:nvSpPr>
        <p:spPr>
          <a:xfrm>
            <a:off y="3207175" x="2028925"/>
            <a:ext cy="851400" cx="13008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rgbClr val="74C9CC"/>
          </a:solidFill>
          <a:ln w="19050" cap="flat">
            <a:solidFill>
              <a:srgbClr val="FFFFFF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sz="1200" lang="en"/>
              <a:t>Lead the way to your oink-itechture!</a:t>
            </a:r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7" name="Shape 6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pic>
        <p:nvPicPr>
          <p:cNvPr id="68" name="Shape 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y="0" x="-23425"/>
            <a:ext cy="5143498" cx="91439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" name="Shape 69"/>
          <p:cNvGrpSpPr/>
          <p:nvPr/>
        </p:nvGrpSpPr>
        <p:grpSpPr>
          <a:xfrm>
            <a:off y="4130700" x="1168550"/>
            <a:ext cy="1012800" cx="1017900"/>
            <a:chOff y="4111925" x="1168550"/>
            <a:chExt cy="1012800" cx="1017900"/>
          </a:xfrm>
        </p:grpSpPr>
        <p:pic>
          <p:nvPicPr>
            <p:cNvPr id="70" name="Shape 7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y="4111925" x="1313311"/>
              <a:ext cy="728400" cx="7283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" name="Shape 71"/>
            <p:cNvSpPr/>
            <p:nvPr/>
          </p:nvSpPr>
          <p:spPr>
            <a:xfrm>
              <a:off y="4840325" x="1168550"/>
              <a:ext cy="284400" cx="1017900"/>
            </a:xfrm>
            <a:prstGeom prst="rect">
              <a:avLst/>
            </a:prstGeom>
            <a:solidFill>
              <a:srgbClr val="EEE440"/>
            </a:solidFill>
            <a:ln w="19050" cap="flat">
              <a:solidFill>
                <a:srgbClr val="FFFFFF"/>
              </a:solidFill>
              <a:prstDash val="solid"/>
              <a:round/>
              <a:headEnd w="med" len="med" type="none"/>
              <a:tailEnd w="med" len="med" type="none"/>
            </a:ln>
          </p:spPr>
          <p:txBody>
            <a:bodyPr bIns="91425" rIns="91425" lIns="91425" tIns="91425" anchor="ctr" anchorCtr="0">
              <a:noAutofit/>
            </a:bodyPr>
            <a:lstStyle/>
            <a:p>
              <a:pPr rtl="0" lvl="0">
                <a:spcBef>
                  <a:spcPts val="0"/>
                </a:spcBef>
                <a:buNone/>
              </a:pPr>
              <a:r>
                <a:rPr b="1" lang="en"/>
                <a:t>Wheatie</a:t>
              </a:r>
            </a:p>
          </p:txBody>
        </p:sp>
      </p:grpSp>
      <p:sp>
        <p:nvSpPr>
          <p:cNvPr id="72" name="Shape 72"/>
          <p:cNvSpPr/>
          <p:nvPr/>
        </p:nvSpPr>
        <p:spPr>
          <a:xfrm>
            <a:off y="85494" x="1068862"/>
            <a:ext cy="557400" cx="6959399"/>
          </a:xfrm>
          <a:prstGeom prst="rect">
            <a:avLst/>
          </a:prstGeom>
          <a:solidFill>
            <a:srgbClr val="74C9CC"/>
          </a:solidFill>
          <a:ln w="19050" cap="flat">
            <a:solidFill>
              <a:srgbClr val="FFFFFF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>
            <a:pPr algn="ctr" rtl="0" lvl="0">
              <a:spcBef>
                <a:spcPts val="0"/>
              </a:spcBef>
              <a:buNone/>
            </a:pPr>
            <a:r>
              <a:rPr b="1" lang="en"/>
              <a:t>Paused</a:t>
            </a:r>
          </a:p>
        </p:txBody>
      </p:sp>
      <p:grpSp>
        <p:nvGrpSpPr>
          <p:cNvPr id="73" name="Shape 73"/>
          <p:cNvGrpSpPr/>
          <p:nvPr/>
        </p:nvGrpSpPr>
        <p:grpSpPr>
          <a:xfrm>
            <a:off y="4130700" x="2474637"/>
            <a:ext cy="1012800" cx="1017900"/>
            <a:chOff y="4111925" x="1168550"/>
            <a:chExt cy="1012800" cx="1017900"/>
          </a:xfrm>
        </p:grpSpPr>
        <p:pic>
          <p:nvPicPr>
            <p:cNvPr id="74" name="Shape 7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y="4111925" x="1313311"/>
              <a:ext cy="728400" cx="7283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" name="Shape 75"/>
            <p:cNvSpPr/>
            <p:nvPr/>
          </p:nvSpPr>
          <p:spPr>
            <a:xfrm>
              <a:off y="4840325" x="1168550"/>
              <a:ext cy="284400" cx="1017900"/>
            </a:xfrm>
            <a:prstGeom prst="rect">
              <a:avLst/>
            </a:prstGeom>
            <a:solidFill>
              <a:srgbClr val="EEE440"/>
            </a:solidFill>
            <a:ln w="19050" cap="flat">
              <a:solidFill>
                <a:srgbClr val="FFFFFF"/>
              </a:solidFill>
              <a:prstDash val="solid"/>
              <a:round/>
              <a:headEnd w="med" len="med" type="none"/>
              <a:tailEnd w="med" len="med" type="none"/>
            </a:ln>
          </p:spPr>
          <p:txBody>
            <a:bodyPr bIns="91425" rIns="91425" lIns="91425" tIns="91425" anchor="ctr" anchorCtr="0">
              <a:noAutofit/>
            </a:bodyPr>
            <a:lstStyle/>
            <a:p>
              <a:pPr rtl="0" lvl="0">
                <a:spcBef>
                  <a:spcPts val="0"/>
                </a:spcBef>
                <a:buNone/>
              </a:pPr>
              <a:r>
                <a:rPr b="1" lang="en"/>
                <a:t>Twiggy</a:t>
              </a:r>
            </a:p>
          </p:txBody>
        </p:sp>
      </p:grpSp>
      <p:grpSp>
        <p:nvGrpSpPr>
          <p:cNvPr id="76" name="Shape 76"/>
          <p:cNvGrpSpPr/>
          <p:nvPr/>
        </p:nvGrpSpPr>
        <p:grpSpPr>
          <a:xfrm>
            <a:off y="4130700" x="7133525"/>
            <a:ext cy="1012800" cx="1017900"/>
            <a:chOff y="4111925" x="1168550"/>
            <a:chExt cy="1012800" cx="1017900"/>
          </a:xfrm>
        </p:grpSpPr>
        <p:pic>
          <p:nvPicPr>
            <p:cNvPr id="77" name="Shape 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y="4111925" x="1313311"/>
              <a:ext cy="728400" cx="7283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Shape 78"/>
            <p:cNvSpPr/>
            <p:nvPr/>
          </p:nvSpPr>
          <p:spPr>
            <a:xfrm>
              <a:off y="4840325" x="1168550"/>
              <a:ext cy="284400" cx="1017900"/>
            </a:xfrm>
            <a:prstGeom prst="rect">
              <a:avLst/>
            </a:prstGeom>
            <a:solidFill>
              <a:srgbClr val="EEE440"/>
            </a:solidFill>
            <a:ln w="19050" cap="flat">
              <a:solidFill>
                <a:srgbClr val="FFFFFF"/>
              </a:solidFill>
              <a:prstDash val="solid"/>
              <a:round/>
              <a:headEnd w="med" len="med" type="none"/>
              <a:tailEnd w="med" len="med" type="none"/>
            </a:ln>
          </p:spPr>
          <p:txBody>
            <a:bodyPr bIns="91425" rIns="91425" lIns="91425" tIns="91425" anchor="ctr" anchorCtr="0">
              <a:noAutofit/>
            </a:bodyPr>
            <a:lstStyle/>
            <a:p>
              <a:pPr rtl="0" lvl="0">
                <a:spcBef>
                  <a:spcPts val="0"/>
                </a:spcBef>
                <a:buNone/>
              </a:pPr>
              <a:r>
                <a:rPr b="1" lang="en"/>
                <a:t>Brick</a:t>
              </a:r>
            </a:p>
          </p:txBody>
        </p:sp>
      </p:grpSp>
      <p:grpSp>
        <p:nvGrpSpPr>
          <p:cNvPr id="79" name="Shape 79"/>
          <p:cNvGrpSpPr/>
          <p:nvPr/>
        </p:nvGrpSpPr>
        <p:grpSpPr>
          <a:xfrm>
            <a:off y="35468" x="8395298"/>
            <a:ext cy="657450" cx="657450"/>
            <a:chOff y="886962" x="7785698"/>
            <a:chExt cy="657450" cx="657450"/>
          </a:xfrm>
        </p:grpSpPr>
        <p:sp>
          <p:nvSpPr>
            <p:cNvPr id="80" name="Shape 80"/>
            <p:cNvSpPr/>
            <p:nvPr/>
          </p:nvSpPr>
          <p:spPr>
            <a:xfrm>
              <a:off y="936987" x="7821173"/>
              <a:ext cy="557400" cx="586500"/>
            </a:xfrm>
            <a:prstGeom prst="rect">
              <a:avLst/>
            </a:prstGeom>
            <a:solidFill>
              <a:schemeClr val="lt2"/>
            </a:solidFill>
            <a:ln w="19050" cap="flat">
              <a:solidFill>
                <a:schemeClr val="dk2"/>
              </a:solidFill>
              <a:prstDash val="solid"/>
              <a:round/>
              <a:headEnd w="med" len="med" type="none"/>
              <a:tailEnd w="med" len="med" type="none"/>
            </a:ln>
          </p:spPr>
          <p:txBody>
            <a:bodyPr bIns="91425" rIns="91425" lIns="91425" tIns="91425" anchor="ctr" anchorCtr="0">
              <a:noAutofit/>
            </a:bodyPr>
            <a:lstStyle/>
            <a:p>
              <a:pPr algn="ctr" rtl="0"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pic>
          <p:nvPicPr>
            <p:cNvPr id="81" name="Shape 8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y="886962" x="7785698"/>
              <a:ext cy="657450" cx="6574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2" name="Shape 82"/>
          <p:cNvGrpSpPr/>
          <p:nvPr/>
        </p:nvGrpSpPr>
        <p:grpSpPr>
          <a:xfrm>
            <a:off y="-6" x="31"/>
            <a:ext cy="728400" cx="728400"/>
            <a:chOff y="178768" x="118831"/>
            <a:chExt cy="728400" cx="728400"/>
          </a:xfrm>
        </p:grpSpPr>
        <p:sp>
          <p:nvSpPr>
            <p:cNvPr id="83" name="Shape 83"/>
            <p:cNvSpPr/>
            <p:nvPr/>
          </p:nvSpPr>
          <p:spPr>
            <a:xfrm>
              <a:off y="264269" x="189782"/>
              <a:ext cy="557400" cx="586500"/>
            </a:xfrm>
            <a:prstGeom prst="rect">
              <a:avLst/>
            </a:prstGeom>
            <a:solidFill>
              <a:schemeClr val="lt2"/>
            </a:solidFill>
            <a:ln w="19050" cap="flat">
              <a:solidFill>
                <a:schemeClr val="dk2"/>
              </a:solidFill>
              <a:prstDash val="solid"/>
              <a:round/>
              <a:headEnd w="med" len="med" type="none"/>
              <a:tailEnd w="med" len="med" type="none"/>
            </a:ln>
          </p:spPr>
          <p:txBody>
            <a:bodyPr bIns="91425" rIns="91425" lIns="91425" tIns="91425" anchor="ctr" anchorCtr="0">
              <a:noAutofit/>
            </a:bodyPr>
            <a:lstStyle/>
            <a:p>
              <a:pPr algn="ctr" rtl="0"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pic>
          <p:nvPicPr>
            <p:cNvPr id="84" name="Shape 8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y="178768" x="118831"/>
              <a:ext cy="728400" cx="728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5" name="Shape 85"/>
          <p:cNvSpPr/>
          <p:nvPr/>
        </p:nvSpPr>
        <p:spPr>
          <a:xfrm>
            <a:off y="1358387" x="2290925"/>
            <a:ext cy="2426699" cx="4515300"/>
          </a:xfrm>
          <a:prstGeom prst="rect">
            <a:avLst/>
          </a:prstGeom>
          <a:solidFill>
            <a:srgbClr val="74C9CC"/>
          </a:solidFill>
          <a:ln w="19050" cap="flat">
            <a:solidFill>
              <a:srgbClr val="FFFFFF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t" anchorCtr="0">
            <a:noAutofit/>
          </a:bodyPr>
          <a:lstStyle/>
          <a:p>
            <a:pPr algn="ctr" rtl="0" lvl="0">
              <a:spcBef>
                <a:spcPts val="0"/>
              </a:spcBef>
              <a:buNone/>
            </a:pPr>
            <a:r>
              <a:rPr b="1" sz="1800" lang="en"/>
              <a:t>MENU</a:t>
            </a:r>
          </a:p>
        </p:txBody>
      </p:sp>
      <p:grpSp>
        <p:nvGrpSpPr>
          <p:cNvPr id="86" name="Shape 86"/>
          <p:cNvGrpSpPr/>
          <p:nvPr/>
        </p:nvGrpSpPr>
        <p:grpSpPr>
          <a:xfrm>
            <a:off y="1860396" x="3453125"/>
            <a:ext cy="1677521" cx="2190900"/>
            <a:chOff y="1860396" x="3453121"/>
            <a:chExt cy="1677521" cx="2190900"/>
          </a:xfrm>
        </p:grpSpPr>
        <p:sp>
          <p:nvSpPr>
            <p:cNvPr id="87" name="Shape 87"/>
            <p:cNvSpPr/>
            <p:nvPr/>
          </p:nvSpPr>
          <p:spPr>
            <a:xfrm>
              <a:off y="2443407" x="3453121"/>
              <a:ext cy="511499" cx="2190900"/>
            </a:xfrm>
            <a:prstGeom prst="rect">
              <a:avLst/>
            </a:prstGeom>
            <a:solidFill>
              <a:srgbClr val="EEE440"/>
            </a:solidFill>
            <a:ln w="19050" cap="flat">
              <a:solidFill>
                <a:srgbClr val="FFFFFF"/>
              </a:solidFill>
              <a:prstDash val="solid"/>
              <a:round/>
              <a:headEnd w="med" len="med" type="none"/>
              <a:tailEnd w="med" len="med" type="none"/>
            </a:ln>
          </p:spPr>
          <p:txBody>
            <a:bodyPr bIns="91425" rIns="91425" lIns="91425" tIns="91425" anchor="ctr" anchorCtr="0">
              <a:noAutofit/>
            </a:bodyPr>
            <a:lstStyle/>
            <a:p>
              <a:pPr algn="ctr" rtl="0" lvl="0">
                <a:spcBef>
                  <a:spcPts val="0"/>
                </a:spcBef>
                <a:buNone/>
              </a:pPr>
              <a:r>
                <a:rPr b="1" lang="en">
                  <a:solidFill>
                    <a:srgbClr val="38761D"/>
                  </a:solidFill>
                </a:rPr>
                <a:t>Settings</a:t>
              </a:r>
            </a:p>
          </p:txBody>
        </p:sp>
        <p:sp>
          <p:nvSpPr>
            <p:cNvPr id="88" name="Shape 88"/>
            <p:cNvSpPr/>
            <p:nvPr/>
          </p:nvSpPr>
          <p:spPr>
            <a:xfrm>
              <a:off y="3026417" x="3453121"/>
              <a:ext cy="511499" cx="2190900"/>
            </a:xfrm>
            <a:prstGeom prst="rect">
              <a:avLst/>
            </a:prstGeom>
            <a:solidFill>
              <a:srgbClr val="EEE440"/>
            </a:solidFill>
            <a:ln w="19050" cap="flat">
              <a:solidFill>
                <a:srgbClr val="FFFFFF"/>
              </a:solidFill>
              <a:prstDash val="solid"/>
              <a:round/>
              <a:headEnd w="med" len="med" type="none"/>
              <a:tailEnd w="med" len="med" type="none"/>
            </a:ln>
          </p:spPr>
          <p:txBody>
            <a:bodyPr bIns="91425" rIns="91425" lIns="91425" tIns="91425" anchor="ctr" anchorCtr="0">
              <a:noAutofit/>
            </a:bodyPr>
            <a:lstStyle/>
            <a:p>
              <a:pPr algn="ctr" rtl="0" lvl="0">
                <a:spcBef>
                  <a:spcPts val="0"/>
                </a:spcBef>
                <a:buNone/>
              </a:pPr>
              <a:r>
                <a:rPr b="1" lang="en">
                  <a:solidFill>
                    <a:srgbClr val="38761D"/>
                  </a:solidFill>
                </a:rPr>
                <a:t>Help</a:t>
              </a:r>
            </a:p>
          </p:txBody>
        </p:sp>
        <p:sp>
          <p:nvSpPr>
            <p:cNvPr id="89" name="Shape 89"/>
            <p:cNvSpPr/>
            <p:nvPr/>
          </p:nvSpPr>
          <p:spPr>
            <a:xfrm>
              <a:off y="1860396" x="3453121"/>
              <a:ext cy="511499" cx="2190900"/>
            </a:xfrm>
            <a:prstGeom prst="rect">
              <a:avLst/>
            </a:prstGeom>
            <a:solidFill>
              <a:srgbClr val="EEE440"/>
            </a:solidFill>
            <a:ln w="19050" cap="flat">
              <a:solidFill>
                <a:srgbClr val="FFFFFF"/>
              </a:solidFill>
              <a:prstDash val="solid"/>
              <a:round/>
              <a:headEnd w="med" len="med" type="none"/>
              <a:tailEnd w="med" len="med" type="none"/>
            </a:ln>
          </p:spPr>
          <p:txBody>
            <a:bodyPr bIns="91425" rIns="91425" lIns="91425" tIns="91425" anchor="ctr" anchorCtr="0">
              <a:noAutofit/>
            </a:bodyPr>
            <a:lstStyle/>
            <a:p>
              <a:pPr algn="ctr" rtl="0" lvl="0">
                <a:spcBef>
                  <a:spcPts val="0"/>
                </a:spcBef>
                <a:buNone/>
              </a:pPr>
              <a:r>
                <a:rPr b="1" lang="en">
                  <a:solidFill>
                    <a:srgbClr val="38761D"/>
                  </a:solidFill>
                </a:rPr>
                <a:t>Resume</a:t>
              </a:r>
            </a:p>
          </p:txBody>
        </p:sp>
      </p:grp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3" name="Shape 9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pic>
        <p:nvPicPr>
          <p:cNvPr id="94" name="Shape 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y="0" x="0"/>
            <a:ext cy="5143498" cx="91439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" name="Shape 95"/>
          <p:cNvGrpSpPr/>
          <p:nvPr/>
        </p:nvGrpSpPr>
        <p:grpSpPr>
          <a:xfrm>
            <a:off y="4130700" x="1168550"/>
            <a:ext cy="1012800" cx="1017900"/>
            <a:chOff y="4111925" x="1168550"/>
            <a:chExt cy="1012800" cx="1017900"/>
          </a:xfrm>
        </p:grpSpPr>
        <p:pic>
          <p:nvPicPr>
            <p:cNvPr id="96" name="Shape 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y="4111925" x="1313311"/>
              <a:ext cy="728400" cx="7283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" name="Shape 97"/>
            <p:cNvSpPr/>
            <p:nvPr/>
          </p:nvSpPr>
          <p:spPr>
            <a:xfrm>
              <a:off y="4840325" x="1168550"/>
              <a:ext cy="284400" cx="1017900"/>
            </a:xfrm>
            <a:prstGeom prst="rect">
              <a:avLst/>
            </a:prstGeom>
            <a:solidFill>
              <a:srgbClr val="EEE440"/>
            </a:solidFill>
            <a:ln w="19050" cap="flat">
              <a:solidFill>
                <a:srgbClr val="FFFFFF"/>
              </a:solidFill>
              <a:prstDash val="solid"/>
              <a:round/>
              <a:headEnd w="med" len="med" type="none"/>
              <a:tailEnd w="med" len="med" type="none"/>
            </a:ln>
          </p:spPr>
          <p:txBody>
            <a:bodyPr bIns="91425" rIns="91425" lIns="91425" tIns="91425" anchor="ctr" anchorCtr="0">
              <a:noAutofit/>
            </a:bodyPr>
            <a:lstStyle/>
            <a:p>
              <a:pPr rtl="0" lvl="0">
                <a:spcBef>
                  <a:spcPts val="0"/>
                </a:spcBef>
                <a:buNone/>
              </a:pPr>
              <a:r>
                <a:rPr b="1" lang="en"/>
                <a:t>Wheatie</a:t>
              </a:r>
            </a:p>
          </p:txBody>
        </p:sp>
      </p:grpSp>
      <p:sp>
        <p:nvSpPr>
          <p:cNvPr id="98" name="Shape 98"/>
          <p:cNvSpPr/>
          <p:nvPr/>
        </p:nvSpPr>
        <p:spPr>
          <a:xfrm>
            <a:off y="85494" x="1068862"/>
            <a:ext cy="557400" cx="6959399"/>
          </a:xfrm>
          <a:prstGeom prst="rect">
            <a:avLst/>
          </a:prstGeom>
          <a:solidFill>
            <a:srgbClr val="74C9CC"/>
          </a:solidFill>
          <a:ln w="19050" cap="flat">
            <a:solidFill>
              <a:srgbClr val="FFFFFF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>
            <a:pPr algn="ctr" rtl="0">
              <a:spcBef>
                <a:spcPts val="0"/>
              </a:spcBef>
              <a:buNone/>
            </a:pPr>
            <a:r>
              <a:rPr b="1" lang="en"/>
              <a:t>Story: </a:t>
            </a:r>
            <a:r>
              <a:rPr lang="en" i="1"/>
              <a:t>The Three Little Pigs Strike Back</a:t>
            </a:r>
          </a:p>
          <a:p>
            <a:pPr algn="ctr" rtl="0" lvl="0">
              <a:spcBef>
                <a:spcPts val="0"/>
              </a:spcBef>
              <a:buNone/>
            </a:pPr>
            <a:r>
              <a:rPr b="1" lang="en"/>
              <a:t>Progress: </a:t>
            </a:r>
            <a:r>
              <a:rPr lang="en"/>
              <a:t>85%                 </a:t>
            </a:r>
            <a:r>
              <a:rPr b="1" lang="en"/>
              <a:t>ETA:</a:t>
            </a:r>
            <a:r>
              <a:rPr lang="en"/>
              <a:t> 40 min </a:t>
            </a:r>
          </a:p>
        </p:txBody>
      </p:sp>
      <p:grpSp>
        <p:nvGrpSpPr>
          <p:cNvPr id="99" name="Shape 99"/>
          <p:cNvGrpSpPr/>
          <p:nvPr/>
        </p:nvGrpSpPr>
        <p:grpSpPr>
          <a:xfrm>
            <a:off y="4130700" x="2474637"/>
            <a:ext cy="1012800" cx="1017900"/>
            <a:chOff y="4111925" x="1168550"/>
            <a:chExt cy="1012800" cx="1017900"/>
          </a:xfrm>
        </p:grpSpPr>
        <p:pic>
          <p:nvPicPr>
            <p:cNvPr id="100" name="Shape 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y="4111925" x="1313311"/>
              <a:ext cy="728400" cx="7283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Shape 101"/>
            <p:cNvSpPr/>
            <p:nvPr/>
          </p:nvSpPr>
          <p:spPr>
            <a:xfrm>
              <a:off y="4840325" x="1168550"/>
              <a:ext cy="284400" cx="1017900"/>
            </a:xfrm>
            <a:prstGeom prst="rect">
              <a:avLst/>
            </a:prstGeom>
            <a:solidFill>
              <a:srgbClr val="EEE440"/>
            </a:solidFill>
            <a:ln w="19050" cap="flat">
              <a:solidFill>
                <a:srgbClr val="FFFFFF"/>
              </a:solidFill>
              <a:prstDash val="solid"/>
              <a:round/>
              <a:headEnd w="med" len="med" type="none"/>
              <a:tailEnd w="med" len="med" type="none"/>
            </a:ln>
          </p:spPr>
          <p:txBody>
            <a:bodyPr bIns="91425" rIns="91425" lIns="91425" tIns="91425" anchor="ctr" anchorCtr="0">
              <a:noAutofit/>
            </a:bodyPr>
            <a:lstStyle/>
            <a:p>
              <a:pPr rtl="0" lvl="0">
                <a:spcBef>
                  <a:spcPts val="0"/>
                </a:spcBef>
                <a:buNone/>
              </a:pPr>
              <a:r>
                <a:rPr b="1" lang="en"/>
                <a:t>Twiggy</a:t>
              </a:r>
            </a:p>
          </p:txBody>
        </p:sp>
      </p:grpSp>
      <p:grpSp>
        <p:nvGrpSpPr>
          <p:cNvPr id="102" name="Shape 102"/>
          <p:cNvGrpSpPr/>
          <p:nvPr/>
        </p:nvGrpSpPr>
        <p:grpSpPr>
          <a:xfrm>
            <a:off y="4130700" x="7133525"/>
            <a:ext cy="1012800" cx="1017900"/>
            <a:chOff y="4111925" x="1168550"/>
            <a:chExt cy="1012800" cx="1017900"/>
          </a:xfrm>
        </p:grpSpPr>
        <p:pic>
          <p:nvPicPr>
            <p:cNvPr id="103" name="Shape 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y="4111925" x="1313311"/>
              <a:ext cy="728400" cx="7283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" name="Shape 104"/>
            <p:cNvSpPr/>
            <p:nvPr/>
          </p:nvSpPr>
          <p:spPr>
            <a:xfrm>
              <a:off y="4840325" x="1168550"/>
              <a:ext cy="284400" cx="1017900"/>
            </a:xfrm>
            <a:prstGeom prst="rect">
              <a:avLst/>
            </a:prstGeom>
            <a:solidFill>
              <a:srgbClr val="EEE440"/>
            </a:solidFill>
            <a:ln w="19050" cap="flat">
              <a:solidFill>
                <a:srgbClr val="FFFFFF"/>
              </a:solidFill>
              <a:prstDash val="solid"/>
              <a:round/>
              <a:headEnd w="med" len="med" type="none"/>
              <a:tailEnd w="med" len="med" type="none"/>
            </a:ln>
          </p:spPr>
          <p:txBody>
            <a:bodyPr bIns="91425" rIns="91425" lIns="91425" tIns="91425" anchor="ctr" anchorCtr="0">
              <a:noAutofit/>
            </a:bodyPr>
            <a:lstStyle/>
            <a:p>
              <a:pPr rtl="0" lvl="0">
                <a:spcBef>
                  <a:spcPts val="0"/>
                </a:spcBef>
                <a:buNone/>
              </a:pPr>
              <a:r>
                <a:rPr b="1" lang="en"/>
                <a:t>Brick</a:t>
              </a:r>
            </a:p>
          </p:txBody>
        </p:sp>
      </p:grpSp>
      <p:grpSp>
        <p:nvGrpSpPr>
          <p:cNvPr id="105" name="Shape 105"/>
          <p:cNvGrpSpPr/>
          <p:nvPr/>
        </p:nvGrpSpPr>
        <p:grpSpPr>
          <a:xfrm>
            <a:off y="35468" x="8395298"/>
            <a:ext cy="657450" cx="657450"/>
            <a:chOff y="886962" x="7785698"/>
            <a:chExt cy="657450" cx="657450"/>
          </a:xfrm>
        </p:grpSpPr>
        <p:sp>
          <p:nvSpPr>
            <p:cNvPr id="106" name="Shape 106"/>
            <p:cNvSpPr/>
            <p:nvPr/>
          </p:nvSpPr>
          <p:spPr>
            <a:xfrm>
              <a:off y="936987" x="7821173"/>
              <a:ext cy="557400" cx="586500"/>
            </a:xfrm>
            <a:prstGeom prst="rect">
              <a:avLst/>
            </a:prstGeom>
            <a:solidFill>
              <a:schemeClr val="lt2"/>
            </a:solidFill>
            <a:ln w="19050" cap="flat">
              <a:solidFill>
                <a:schemeClr val="dk2"/>
              </a:solidFill>
              <a:prstDash val="solid"/>
              <a:round/>
              <a:headEnd w="med" len="med" type="none"/>
              <a:tailEnd w="med" len="med" type="none"/>
            </a:ln>
          </p:spPr>
          <p:txBody>
            <a:bodyPr bIns="91425" rIns="91425" lIns="91425" tIns="91425" anchor="ctr" anchorCtr="0">
              <a:noAutofit/>
            </a:bodyPr>
            <a:lstStyle/>
            <a:p>
              <a:pPr algn="ctr" rtl="0"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pic>
          <p:nvPicPr>
            <p:cNvPr id="107" name="Shape 10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y="886962" x="7785698"/>
              <a:ext cy="657450" cx="6574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8" name="Shape 108"/>
          <p:cNvGrpSpPr/>
          <p:nvPr/>
        </p:nvGrpSpPr>
        <p:grpSpPr>
          <a:xfrm>
            <a:off y="-6" x="31"/>
            <a:ext cy="728400" cx="728400"/>
            <a:chOff y="178768" x="118831"/>
            <a:chExt cy="728400" cx="728400"/>
          </a:xfrm>
        </p:grpSpPr>
        <p:sp>
          <p:nvSpPr>
            <p:cNvPr id="109" name="Shape 109"/>
            <p:cNvSpPr/>
            <p:nvPr/>
          </p:nvSpPr>
          <p:spPr>
            <a:xfrm>
              <a:off y="264269" x="189782"/>
              <a:ext cy="557400" cx="586500"/>
            </a:xfrm>
            <a:prstGeom prst="rect">
              <a:avLst/>
            </a:prstGeom>
            <a:solidFill>
              <a:schemeClr val="lt2"/>
            </a:solidFill>
            <a:ln w="19050" cap="flat">
              <a:solidFill>
                <a:schemeClr val="dk2"/>
              </a:solidFill>
              <a:prstDash val="solid"/>
              <a:round/>
              <a:headEnd w="med" len="med" type="none"/>
              <a:tailEnd w="med" len="med" type="none"/>
            </a:ln>
          </p:spPr>
          <p:txBody>
            <a:bodyPr bIns="91425" rIns="91425" lIns="91425" tIns="91425" anchor="ctr" anchorCtr="0">
              <a:noAutofit/>
            </a:bodyPr>
            <a:lstStyle/>
            <a:p>
              <a:pPr algn="ctr" rtl="0"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pic>
          <p:nvPicPr>
            <p:cNvPr id="110" name="Shape 11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y="178768" x="118831"/>
              <a:ext cy="728400" cx="728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1" name="Shape 111"/>
          <p:cNvSpPr/>
          <p:nvPr/>
        </p:nvSpPr>
        <p:spPr>
          <a:xfrm>
            <a:off y="2887125" x="7187075"/>
            <a:ext cy="947699" cx="1448099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rgbClr val="74C9CC"/>
          </a:solidFill>
          <a:ln w="19050" cap="flat">
            <a:solidFill>
              <a:srgbClr val="FFFFFF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sz="1200" lang="en"/>
              <a:t>Nah, we should probably make sure wolf-bro isn’t around. Look around!</a:t>
            </a:r>
          </a:p>
        </p:txBody>
      </p:sp>
      <p:sp>
        <p:nvSpPr>
          <p:cNvPr id="112" name="Shape 112"/>
          <p:cNvSpPr/>
          <p:nvPr/>
        </p:nvSpPr>
        <p:spPr>
          <a:xfrm>
            <a:off y="3333300" x="1168550"/>
            <a:ext cy="557400" cx="1448099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rgbClr val="74C9CC"/>
          </a:solidFill>
          <a:ln w="19050" cap="flat">
            <a:solidFill>
              <a:srgbClr val="FFFFFF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sz="1200" lang="en"/>
              <a:t>We’re here, just let us in already</a:t>
            </a:r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6" name="Shape 11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pic>
        <p:nvPicPr>
          <p:cNvPr id="117" name="Shape 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y="0" x="0"/>
            <a:ext cy="5143498" cx="91439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" name="Shape 118"/>
          <p:cNvGrpSpPr/>
          <p:nvPr/>
        </p:nvGrpSpPr>
        <p:grpSpPr>
          <a:xfrm>
            <a:off y="4130700" x="1168550"/>
            <a:ext cy="1012800" cx="1017900"/>
            <a:chOff y="4111925" x="1168550"/>
            <a:chExt cy="1012800" cx="1017900"/>
          </a:xfrm>
        </p:grpSpPr>
        <p:pic>
          <p:nvPicPr>
            <p:cNvPr id="119" name="Shape 1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y="4111925" x="1313311"/>
              <a:ext cy="728400" cx="7283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" name="Shape 120"/>
            <p:cNvSpPr/>
            <p:nvPr/>
          </p:nvSpPr>
          <p:spPr>
            <a:xfrm>
              <a:off y="4840325" x="1168550"/>
              <a:ext cy="284400" cx="1017900"/>
            </a:xfrm>
            <a:prstGeom prst="rect">
              <a:avLst/>
            </a:prstGeom>
            <a:solidFill>
              <a:srgbClr val="EEE440"/>
            </a:solidFill>
            <a:ln w="19050" cap="flat">
              <a:solidFill>
                <a:srgbClr val="FFFFFF"/>
              </a:solidFill>
              <a:prstDash val="solid"/>
              <a:round/>
              <a:headEnd w="med" len="med" type="none"/>
              <a:tailEnd w="med" len="med" type="none"/>
            </a:ln>
          </p:spPr>
          <p:txBody>
            <a:bodyPr bIns="91425" rIns="91425" lIns="91425" tIns="91425" anchor="ctr" anchorCtr="0">
              <a:noAutofit/>
            </a:bodyPr>
            <a:lstStyle/>
            <a:p>
              <a:pPr rtl="0" lvl="0">
                <a:spcBef>
                  <a:spcPts val="0"/>
                </a:spcBef>
                <a:buNone/>
              </a:pPr>
              <a:r>
                <a:rPr b="1" lang="en"/>
                <a:t>Wheatie</a:t>
              </a:r>
            </a:p>
          </p:txBody>
        </p:sp>
      </p:grpSp>
      <p:sp>
        <p:nvSpPr>
          <p:cNvPr id="121" name="Shape 121"/>
          <p:cNvSpPr/>
          <p:nvPr/>
        </p:nvSpPr>
        <p:spPr>
          <a:xfrm>
            <a:off y="85494" x="1068862"/>
            <a:ext cy="557400" cx="6959399"/>
          </a:xfrm>
          <a:prstGeom prst="rect">
            <a:avLst/>
          </a:prstGeom>
          <a:solidFill>
            <a:srgbClr val="74C9CC"/>
          </a:solidFill>
          <a:ln w="19050" cap="flat">
            <a:solidFill>
              <a:srgbClr val="FFFFFF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>
            <a:pPr algn="ctr" rtl="0" lvl="0">
              <a:spcBef>
                <a:spcPts val="0"/>
              </a:spcBef>
              <a:buNone/>
            </a:pPr>
            <a:r>
              <a:rPr b="1" lang="en"/>
              <a:t>Story: </a:t>
            </a:r>
            <a:r>
              <a:rPr lang="en" i="1"/>
              <a:t>The Three Little Pigs Strike Back</a:t>
            </a:r>
          </a:p>
          <a:p>
            <a:pPr algn="ctr" rtl="0" lvl="0">
              <a:spcBef>
                <a:spcPts val="0"/>
              </a:spcBef>
              <a:buNone/>
            </a:pPr>
            <a:r>
              <a:rPr b="1" lang="en"/>
              <a:t>Progress: </a:t>
            </a:r>
            <a:r>
              <a:rPr lang="en"/>
              <a:t>88%                 </a:t>
            </a:r>
            <a:r>
              <a:rPr b="1" lang="en"/>
              <a:t>ETA:</a:t>
            </a:r>
            <a:r>
              <a:rPr lang="en"/>
              <a:t> 35 min </a:t>
            </a:r>
          </a:p>
        </p:txBody>
      </p:sp>
      <p:grpSp>
        <p:nvGrpSpPr>
          <p:cNvPr id="122" name="Shape 122"/>
          <p:cNvGrpSpPr/>
          <p:nvPr/>
        </p:nvGrpSpPr>
        <p:grpSpPr>
          <a:xfrm>
            <a:off y="4130700" x="2474637"/>
            <a:ext cy="1012800" cx="1017900"/>
            <a:chOff y="4111925" x="1168550"/>
            <a:chExt cy="1012800" cx="1017900"/>
          </a:xfrm>
        </p:grpSpPr>
        <p:pic>
          <p:nvPicPr>
            <p:cNvPr id="123" name="Shape 1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y="4111925" x="1313311"/>
              <a:ext cy="728400" cx="7283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" name="Shape 124"/>
            <p:cNvSpPr/>
            <p:nvPr/>
          </p:nvSpPr>
          <p:spPr>
            <a:xfrm>
              <a:off y="4840325" x="1168550"/>
              <a:ext cy="284400" cx="1017900"/>
            </a:xfrm>
            <a:prstGeom prst="rect">
              <a:avLst/>
            </a:prstGeom>
            <a:solidFill>
              <a:srgbClr val="EEE440"/>
            </a:solidFill>
            <a:ln w="19050" cap="flat">
              <a:solidFill>
                <a:srgbClr val="FFFFFF"/>
              </a:solidFill>
              <a:prstDash val="solid"/>
              <a:round/>
              <a:headEnd w="med" len="med" type="none"/>
              <a:tailEnd w="med" len="med" type="none"/>
            </a:ln>
          </p:spPr>
          <p:txBody>
            <a:bodyPr bIns="91425" rIns="91425" lIns="91425" tIns="91425" anchor="ctr" anchorCtr="0">
              <a:noAutofit/>
            </a:bodyPr>
            <a:lstStyle/>
            <a:p>
              <a:pPr rtl="0" lvl="0">
                <a:spcBef>
                  <a:spcPts val="0"/>
                </a:spcBef>
                <a:buNone/>
              </a:pPr>
              <a:r>
                <a:rPr b="1" lang="en"/>
                <a:t>Twiggy</a:t>
              </a:r>
            </a:p>
          </p:txBody>
        </p:sp>
      </p:grpSp>
      <p:grpSp>
        <p:nvGrpSpPr>
          <p:cNvPr id="125" name="Shape 125"/>
          <p:cNvGrpSpPr/>
          <p:nvPr/>
        </p:nvGrpSpPr>
        <p:grpSpPr>
          <a:xfrm>
            <a:off y="4130700" x="7133525"/>
            <a:ext cy="1012800" cx="1017900"/>
            <a:chOff y="4111925" x="1168550"/>
            <a:chExt cy="1012800" cx="1017900"/>
          </a:xfrm>
        </p:grpSpPr>
        <p:pic>
          <p:nvPicPr>
            <p:cNvPr id="126" name="Shape 1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y="4111925" x="1313311"/>
              <a:ext cy="728400" cx="7283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" name="Shape 127"/>
            <p:cNvSpPr/>
            <p:nvPr/>
          </p:nvSpPr>
          <p:spPr>
            <a:xfrm>
              <a:off y="4840325" x="1168550"/>
              <a:ext cy="284400" cx="1017900"/>
            </a:xfrm>
            <a:prstGeom prst="rect">
              <a:avLst/>
            </a:prstGeom>
            <a:solidFill>
              <a:srgbClr val="EEE440"/>
            </a:solidFill>
            <a:ln w="19050" cap="flat">
              <a:solidFill>
                <a:srgbClr val="FFFFFF"/>
              </a:solidFill>
              <a:prstDash val="solid"/>
              <a:round/>
              <a:headEnd w="med" len="med" type="none"/>
              <a:tailEnd w="med" len="med" type="none"/>
            </a:ln>
          </p:spPr>
          <p:txBody>
            <a:bodyPr bIns="91425" rIns="91425" lIns="91425" tIns="91425" anchor="ctr" anchorCtr="0">
              <a:noAutofit/>
            </a:bodyPr>
            <a:lstStyle/>
            <a:p>
              <a:pPr rtl="0" lvl="0">
                <a:spcBef>
                  <a:spcPts val="0"/>
                </a:spcBef>
                <a:buNone/>
              </a:pPr>
              <a:r>
                <a:rPr b="1" lang="en"/>
                <a:t>Brick</a:t>
              </a:r>
            </a:p>
          </p:txBody>
        </p:sp>
      </p:grpSp>
      <p:grpSp>
        <p:nvGrpSpPr>
          <p:cNvPr id="128" name="Shape 128"/>
          <p:cNvGrpSpPr/>
          <p:nvPr/>
        </p:nvGrpSpPr>
        <p:grpSpPr>
          <a:xfrm>
            <a:off y="35468" x="8395298"/>
            <a:ext cy="657450" cx="657450"/>
            <a:chOff y="886962" x="7785698"/>
            <a:chExt cy="657450" cx="657450"/>
          </a:xfrm>
        </p:grpSpPr>
        <p:sp>
          <p:nvSpPr>
            <p:cNvPr id="129" name="Shape 129"/>
            <p:cNvSpPr/>
            <p:nvPr/>
          </p:nvSpPr>
          <p:spPr>
            <a:xfrm>
              <a:off y="936987" x="7821173"/>
              <a:ext cy="557400" cx="586500"/>
            </a:xfrm>
            <a:prstGeom prst="rect">
              <a:avLst/>
            </a:prstGeom>
            <a:solidFill>
              <a:schemeClr val="lt2"/>
            </a:solidFill>
            <a:ln w="19050" cap="flat">
              <a:solidFill>
                <a:schemeClr val="dk2"/>
              </a:solidFill>
              <a:prstDash val="solid"/>
              <a:round/>
              <a:headEnd w="med" len="med" type="none"/>
              <a:tailEnd w="med" len="med" type="none"/>
            </a:ln>
          </p:spPr>
          <p:txBody>
            <a:bodyPr bIns="91425" rIns="91425" lIns="91425" tIns="91425" anchor="ctr" anchorCtr="0">
              <a:noAutofit/>
            </a:bodyPr>
            <a:lstStyle/>
            <a:p>
              <a:pPr algn="ctr" rtl="0"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pic>
          <p:nvPicPr>
            <p:cNvPr id="130" name="Shape 1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y="886962" x="7785698"/>
              <a:ext cy="657450" cx="6574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1" name="Shape 131"/>
          <p:cNvGrpSpPr/>
          <p:nvPr/>
        </p:nvGrpSpPr>
        <p:grpSpPr>
          <a:xfrm>
            <a:off y="-6" x="31"/>
            <a:ext cy="728400" cx="728400"/>
            <a:chOff y="178768" x="118831"/>
            <a:chExt cy="728400" cx="728400"/>
          </a:xfrm>
        </p:grpSpPr>
        <p:sp>
          <p:nvSpPr>
            <p:cNvPr id="132" name="Shape 132"/>
            <p:cNvSpPr/>
            <p:nvPr/>
          </p:nvSpPr>
          <p:spPr>
            <a:xfrm>
              <a:off y="264269" x="189782"/>
              <a:ext cy="557400" cx="586500"/>
            </a:xfrm>
            <a:prstGeom prst="rect">
              <a:avLst/>
            </a:prstGeom>
            <a:solidFill>
              <a:schemeClr val="lt2"/>
            </a:solidFill>
            <a:ln w="19050" cap="flat">
              <a:solidFill>
                <a:schemeClr val="dk2"/>
              </a:solidFill>
              <a:prstDash val="solid"/>
              <a:round/>
              <a:headEnd w="med" len="med" type="none"/>
              <a:tailEnd w="med" len="med" type="none"/>
            </a:ln>
          </p:spPr>
          <p:txBody>
            <a:bodyPr bIns="91425" rIns="91425" lIns="91425" tIns="91425" anchor="ctr" anchorCtr="0">
              <a:noAutofit/>
            </a:bodyPr>
            <a:lstStyle/>
            <a:p>
              <a:pPr algn="ctr" rtl="0"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pic>
          <p:nvPicPr>
            <p:cNvPr id="133" name="Shape 13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y="178768" x="118831"/>
              <a:ext cy="728400" cx="728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4" name="Shape 134"/>
          <p:cNvSpPr/>
          <p:nvPr/>
        </p:nvSpPr>
        <p:spPr>
          <a:xfrm>
            <a:off y="3470800" x="6839375"/>
            <a:ext cy="557400" cx="1547399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rgbClr val="74C9CC"/>
          </a:solidFill>
          <a:ln w="19050" cap="flat">
            <a:solidFill>
              <a:srgbClr val="FFFFFF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sz="1200" lang="en"/>
              <a:t>Get to the house!</a:t>
            </a:r>
          </a:p>
        </p:txBody>
      </p:sp>
      <p:sp>
        <p:nvSpPr>
          <p:cNvPr id="135" name="Shape 135"/>
          <p:cNvSpPr/>
          <p:nvPr/>
        </p:nvSpPr>
        <p:spPr>
          <a:xfrm>
            <a:off y="3417175" x="2186450"/>
            <a:ext cy="557400" cx="1448099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rgbClr val="74C9CC"/>
          </a:solidFill>
          <a:ln w="19050" cap="flat">
            <a:solidFill>
              <a:srgbClr val="FFFFFF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sz="1200" lang="en"/>
              <a:t>THERE HE IS!</a:t>
            </a:r>
          </a:p>
        </p:txBody>
      </p:sp>
      <p:sp>
        <p:nvSpPr>
          <p:cNvPr id="136" name="Shape 136"/>
          <p:cNvSpPr/>
          <p:nvPr/>
        </p:nvSpPr>
        <p:spPr>
          <a:xfrm>
            <a:off y="1496775" x="5484600"/>
            <a:ext cy="1869156" cx="2220209"/>
          </a:xfrm>
          <a:prstGeom prst="irregularSeal1">
            <a:avLst/>
          </a:prstGeom>
          <a:noFill/>
          <a:ln w="19050" cap="flat">
            <a:solidFill>
              <a:srgbClr val="FF000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37" name="Shape 137"/>
          <p:cNvSpPr/>
          <p:nvPr/>
        </p:nvSpPr>
        <p:spPr>
          <a:xfrm>
            <a:off y="3417175" x="522325"/>
            <a:ext cy="557400" cx="1448099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rgbClr val="74C9CC"/>
          </a:solidFill>
          <a:ln w="19050" cap="flat">
            <a:solidFill>
              <a:srgbClr val="FFFFFF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sz="1200" lang="en"/>
              <a:t>Oh Bacon...</a:t>
            </a:r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41" name="Shape 14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pic>
        <p:nvPicPr>
          <p:cNvPr id="142" name="Shape 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y="0" x="24"/>
            <a:ext cy="5143498" cx="91439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3" name="Shape 143"/>
          <p:cNvGrpSpPr/>
          <p:nvPr/>
        </p:nvGrpSpPr>
        <p:grpSpPr>
          <a:xfrm>
            <a:off y="4130700" x="1168550"/>
            <a:ext cy="1012800" cx="1017900"/>
            <a:chOff y="4111925" x="1168550"/>
            <a:chExt cy="1012800" cx="1017900"/>
          </a:xfrm>
        </p:grpSpPr>
        <p:pic>
          <p:nvPicPr>
            <p:cNvPr id="144" name="Shape 1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y="4111925" x="1313311"/>
              <a:ext cy="728400" cx="7283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" name="Shape 145"/>
            <p:cNvSpPr/>
            <p:nvPr/>
          </p:nvSpPr>
          <p:spPr>
            <a:xfrm>
              <a:off y="4840325" x="1168550"/>
              <a:ext cy="284400" cx="1017900"/>
            </a:xfrm>
            <a:prstGeom prst="rect">
              <a:avLst/>
            </a:prstGeom>
            <a:solidFill>
              <a:srgbClr val="EEE440"/>
            </a:solidFill>
            <a:ln w="19050" cap="flat">
              <a:solidFill>
                <a:srgbClr val="FFFFFF"/>
              </a:solidFill>
              <a:prstDash val="solid"/>
              <a:round/>
              <a:headEnd w="med" len="med" type="none"/>
              <a:tailEnd w="med" len="med" type="none"/>
            </a:ln>
          </p:spPr>
          <p:txBody>
            <a:bodyPr bIns="91425" rIns="91425" lIns="91425" tIns="91425" anchor="ctr" anchorCtr="0">
              <a:noAutofit/>
            </a:bodyPr>
            <a:lstStyle/>
            <a:p>
              <a:pPr rtl="0" lvl="0">
                <a:spcBef>
                  <a:spcPts val="0"/>
                </a:spcBef>
                <a:buNone/>
              </a:pPr>
              <a:r>
                <a:rPr b="1" lang="en"/>
                <a:t>Wheatie</a:t>
              </a:r>
            </a:p>
          </p:txBody>
        </p:sp>
      </p:grpSp>
      <p:sp>
        <p:nvSpPr>
          <p:cNvPr id="146" name="Shape 146"/>
          <p:cNvSpPr/>
          <p:nvPr/>
        </p:nvSpPr>
        <p:spPr>
          <a:xfrm>
            <a:off y="85494" x="1068862"/>
            <a:ext cy="557400" cx="6959399"/>
          </a:xfrm>
          <a:prstGeom prst="rect">
            <a:avLst/>
          </a:prstGeom>
          <a:solidFill>
            <a:srgbClr val="74C9CC"/>
          </a:solidFill>
          <a:ln w="19050" cap="flat">
            <a:solidFill>
              <a:srgbClr val="FFFFFF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>
            <a:pPr algn="ctr" rtl="0" lvl="0">
              <a:spcBef>
                <a:spcPts val="0"/>
              </a:spcBef>
              <a:buNone/>
            </a:pPr>
            <a:r>
              <a:rPr b="1" lang="en"/>
              <a:t>Story: </a:t>
            </a:r>
            <a:r>
              <a:rPr lang="en" i="1"/>
              <a:t>The Three Little Pigs Strike Back</a:t>
            </a:r>
          </a:p>
          <a:p>
            <a:pPr algn="ctr" rtl="0" lvl="0">
              <a:spcBef>
                <a:spcPts val="0"/>
              </a:spcBef>
              <a:buNone/>
            </a:pPr>
            <a:r>
              <a:rPr b="1" lang="en"/>
              <a:t>Progress: </a:t>
            </a:r>
            <a:r>
              <a:rPr lang="en"/>
              <a:t>90%                 </a:t>
            </a:r>
            <a:r>
              <a:rPr b="1" lang="en"/>
              <a:t>ETA:</a:t>
            </a:r>
            <a:r>
              <a:rPr lang="en"/>
              <a:t> 25 min </a:t>
            </a:r>
          </a:p>
        </p:txBody>
      </p:sp>
      <p:grpSp>
        <p:nvGrpSpPr>
          <p:cNvPr id="147" name="Shape 147"/>
          <p:cNvGrpSpPr/>
          <p:nvPr/>
        </p:nvGrpSpPr>
        <p:grpSpPr>
          <a:xfrm>
            <a:off y="4130700" x="2474637"/>
            <a:ext cy="1012800" cx="1017900"/>
            <a:chOff y="4111925" x="1168550"/>
            <a:chExt cy="1012800" cx="1017900"/>
          </a:xfrm>
        </p:grpSpPr>
        <p:pic>
          <p:nvPicPr>
            <p:cNvPr id="148" name="Shape 1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y="4111925" x="1313311"/>
              <a:ext cy="728400" cx="7283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" name="Shape 149"/>
            <p:cNvSpPr/>
            <p:nvPr/>
          </p:nvSpPr>
          <p:spPr>
            <a:xfrm>
              <a:off y="4840325" x="1168550"/>
              <a:ext cy="284400" cx="1017900"/>
            </a:xfrm>
            <a:prstGeom prst="rect">
              <a:avLst/>
            </a:prstGeom>
            <a:solidFill>
              <a:srgbClr val="EEE440"/>
            </a:solidFill>
            <a:ln w="19050" cap="flat">
              <a:solidFill>
                <a:srgbClr val="FFFFFF"/>
              </a:solidFill>
              <a:prstDash val="solid"/>
              <a:round/>
              <a:headEnd w="med" len="med" type="none"/>
              <a:tailEnd w="med" len="med" type="none"/>
            </a:ln>
          </p:spPr>
          <p:txBody>
            <a:bodyPr bIns="91425" rIns="91425" lIns="91425" tIns="91425" anchor="ctr" anchorCtr="0">
              <a:noAutofit/>
            </a:bodyPr>
            <a:lstStyle/>
            <a:p>
              <a:pPr rtl="0" lvl="0">
                <a:spcBef>
                  <a:spcPts val="0"/>
                </a:spcBef>
                <a:buNone/>
              </a:pPr>
              <a:r>
                <a:rPr b="1" lang="en"/>
                <a:t>Twiggy</a:t>
              </a:r>
            </a:p>
          </p:txBody>
        </p:sp>
      </p:grpSp>
      <p:grpSp>
        <p:nvGrpSpPr>
          <p:cNvPr id="150" name="Shape 150"/>
          <p:cNvGrpSpPr/>
          <p:nvPr/>
        </p:nvGrpSpPr>
        <p:grpSpPr>
          <a:xfrm>
            <a:off y="4130700" x="7133525"/>
            <a:ext cy="1012800" cx="1017900"/>
            <a:chOff y="4111925" x="1168550"/>
            <a:chExt cy="1012800" cx="1017900"/>
          </a:xfrm>
        </p:grpSpPr>
        <p:pic>
          <p:nvPicPr>
            <p:cNvPr id="151" name="Shape 1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y="4111925" x="1313311"/>
              <a:ext cy="728400" cx="7283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Shape 152"/>
            <p:cNvSpPr/>
            <p:nvPr/>
          </p:nvSpPr>
          <p:spPr>
            <a:xfrm>
              <a:off y="4840325" x="1168550"/>
              <a:ext cy="284400" cx="1017900"/>
            </a:xfrm>
            <a:prstGeom prst="rect">
              <a:avLst/>
            </a:prstGeom>
            <a:solidFill>
              <a:srgbClr val="EEE440"/>
            </a:solidFill>
            <a:ln w="19050" cap="flat">
              <a:solidFill>
                <a:srgbClr val="FFFFFF"/>
              </a:solidFill>
              <a:prstDash val="solid"/>
              <a:round/>
              <a:headEnd w="med" len="med" type="none"/>
              <a:tailEnd w="med" len="med" type="none"/>
            </a:ln>
          </p:spPr>
          <p:txBody>
            <a:bodyPr bIns="91425" rIns="91425" lIns="91425" tIns="91425" anchor="ctr" anchorCtr="0">
              <a:noAutofit/>
            </a:bodyPr>
            <a:lstStyle/>
            <a:p>
              <a:pPr rtl="0" lvl="0">
                <a:spcBef>
                  <a:spcPts val="0"/>
                </a:spcBef>
                <a:buNone/>
              </a:pPr>
              <a:r>
                <a:rPr b="1" lang="en"/>
                <a:t>Brick</a:t>
              </a:r>
            </a:p>
          </p:txBody>
        </p:sp>
      </p:grpSp>
      <p:grpSp>
        <p:nvGrpSpPr>
          <p:cNvPr id="153" name="Shape 153"/>
          <p:cNvGrpSpPr/>
          <p:nvPr/>
        </p:nvGrpSpPr>
        <p:grpSpPr>
          <a:xfrm>
            <a:off y="35468" x="8395298"/>
            <a:ext cy="657450" cx="657450"/>
            <a:chOff y="886962" x="7785698"/>
            <a:chExt cy="657450" cx="657450"/>
          </a:xfrm>
        </p:grpSpPr>
        <p:sp>
          <p:nvSpPr>
            <p:cNvPr id="154" name="Shape 154"/>
            <p:cNvSpPr/>
            <p:nvPr/>
          </p:nvSpPr>
          <p:spPr>
            <a:xfrm>
              <a:off y="936987" x="7821173"/>
              <a:ext cy="557400" cx="586500"/>
            </a:xfrm>
            <a:prstGeom prst="rect">
              <a:avLst/>
            </a:prstGeom>
            <a:solidFill>
              <a:schemeClr val="lt2"/>
            </a:solidFill>
            <a:ln w="19050" cap="flat">
              <a:solidFill>
                <a:schemeClr val="dk2"/>
              </a:solidFill>
              <a:prstDash val="solid"/>
              <a:round/>
              <a:headEnd w="med" len="med" type="none"/>
              <a:tailEnd w="med" len="med" type="none"/>
            </a:ln>
          </p:spPr>
          <p:txBody>
            <a:bodyPr bIns="91425" rIns="91425" lIns="91425" tIns="91425" anchor="ctr" anchorCtr="0">
              <a:noAutofit/>
            </a:bodyPr>
            <a:lstStyle/>
            <a:p>
              <a:pPr algn="ctr" rtl="0"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pic>
          <p:nvPicPr>
            <p:cNvPr id="155" name="Shape 15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y="886962" x="7785698"/>
              <a:ext cy="657450" cx="6574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6" name="Shape 156"/>
          <p:cNvGrpSpPr/>
          <p:nvPr/>
        </p:nvGrpSpPr>
        <p:grpSpPr>
          <a:xfrm>
            <a:off y="-6" x="31"/>
            <a:ext cy="728400" cx="728400"/>
            <a:chOff y="178768" x="118831"/>
            <a:chExt cy="728400" cx="728400"/>
          </a:xfrm>
        </p:grpSpPr>
        <p:sp>
          <p:nvSpPr>
            <p:cNvPr id="157" name="Shape 157"/>
            <p:cNvSpPr/>
            <p:nvPr/>
          </p:nvSpPr>
          <p:spPr>
            <a:xfrm>
              <a:off y="264269" x="189782"/>
              <a:ext cy="557400" cx="586500"/>
            </a:xfrm>
            <a:prstGeom prst="rect">
              <a:avLst/>
            </a:prstGeom>
            <a:solidFill>
              <a:schemeClr val="lt2"/>
            </a:solidFill>
            <a:ln w="19050" cap="flat">
              <a:solidFill>
                <a:schemeClr val="dk2"/>
              </a:solidFill>
              <a:prstDash val="solid"/>
              <a:round/>
              <a:headEnd w="med" len="med" type="none"/>
              <a:tailEnd w="med" len="med" type="none"/>
            </a:ln>
          </p:spPr>
          <p:txBody>
            <a:bodyPr bIns="91425" rIns="91425" lIns="91425" tIns="91425" anchor="ctr" anchorCtr="0">
              <a:noAutofit/>
            </a:bodyPr>
            <a:lstStyle/>
            <a:p>
              <a:pPr algn="ctr" rtl="0"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pic>
          <p:nvPicPr>
            <p:cNvPr id="158" name="Shape 15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y="178768" x="118831"/>
              <a:ext cy="728400" cx="728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9" name="Shape 159"/>
          <p:cNvSpPr/>
          <p:nvPr/>
        </p:nvSpPr>
        <p:spPr>
          <a:xfrm>
            <a:off y="3015400" x="6839375"/>
            <a:ext cy="1012799" cx="1547399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rgbClr val="74C9CC"/>
          </a:solidFill>
          <a:ln w="19050" cap="flat">
            <a:solidFill>
              <a:srgbClr val="FFFFFF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sz="1200" lang="en"/>
              <a:t>Quick, put the wood in the fireplace!</a:t>
            </a:r>
          </a:p>
        </p:txBody>
      </p:sp>
      <p:sp>
        <p:nvSpPr>
          <p:cNvPr id="160" name="Shape 160"/>
          <p:cNvSpPr/>
          <p:nvPr/>
        </p:nvSpPr>
        <p:spPr>
          <a:xfrm>
            <a:off y="3178200" x="1776775"/>
            <a:ext cy="557400" cx="1448099"/>
          </a:xfrm>
          <a:prstGeom prst="wedgeRoundRectCallout">
            <a:avLst>
              <a:gd fmla="val 25330" name="adj1"/>
              <a:gd fmla="val 104557" name="adj2"/>
              <a:gd fmla="val 0" name="adj3"/>
            </a:avLst>
          </a:prstGeom>
          <a:solidFill>
            <a:srgbClr val="74C9CC"/>
          </a:solidFill>
          <a:ln w="19050" cap="flat">
            <a:solidFill>
              <a:srgbClr val="FFFFFF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sz="1200" lang="en"/>
              <a:t>We need to light a fire!</a:t>
            </a:r>
          </a:p>
        </p:txBody>
      </p:sp>
      <p:sp>
        <p:nvSpPr>
          <p:cNvPr id="161" name="Shape 161"/>
          <p:cNvSpPr/>
          <p:nvPr/>
        </p:nvSpPr>
        <p:spPr>
          <a:xfrm rot="-7762635">
            <a:off y="2889183" x="3422051"/>
            <a:ext cy="491329" cx="729638"/>
          </a:xfrm>
          <a:prstGeom prst="rightArrow">
            <a:avLst>
              <a:gd fmla="val 50000" name="adj1"/>
              <a:gd fmla="val 50000" name="adj2"/>
            </a:avLst>
          </a:prstGeom>
          <a:noFill/>
          <a:ln w="19050" cap="flat">
            <a:solidFill>
              <a:srgbClr val="FF000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65" name="Shape 16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pic>
        <p:nvPicPr>
          <p:cNvPr id="166" name="Shape 1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y="0" x="24"/>
            <a:ext cy="5143498" cx="91439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" name="Shape 167"/>
          <p:cNvGrpSpPr/>
          <p:nvPr/>
        </p:nvGrpSpPr>
        <p:grpSpPr>
          <a:xfrm>
            <a:off y="4130700" x="1168550"/>
            <a:ext cy="1012800" cx="1017900"/>
            <a:chOff y="4111925" x="1168550"/>
            <a:chExt cy="1012800" cx="1017900"/>
          </a:xfrm>
        </p:grpSpPr>
        <p:pic>
          <p:nvPicPr>
            <p:cNvPr id="168" name="Shape 16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y="4111925" x="1313311"/>
              <a:ext cy="728400" cx="7283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" name="Shape 169"/>
            <p:cNvSpPr/>
            <p:nvPr/>
          </p:nvSpPr>
          <p:spPr>
            <a:xfrm>
              <a:off y="4840325" x="1168550"/>
              <a:ext cy="284400" cx="1017900"/>
            </a:xfrm>
            <a:prstGeom prst="rect">
              <a:avLst/>
            </a:prstGeom>
            <a:solidFill>
              <a:srgbClr val="EEE440"/>
            </a:solidFill>
            <a:ln w="19050" cap="flat">
              <a:solidFill>
                <a:srgbClr val="FFFFFF"/>
              </a:solidFill>
              <a:prstDash val="solid"/>
              <a:round/>
              <a:headEnd w="med" len="med" type="none"/>
              <a:tailEnd w="med" len="med" type="none"/>
            </a:ln>
          </p:spPr>
          <p:txBody>
            <a:bodyPr bIns="91425" rIns="91425" lIns="91425" tIns="91425" anchor="ctr" anchorCtr="0">
              <a:noAutofit/>
            </a:bodyPr>
            <a:lstStyle/>
            <a:p>
              <a:pPr rtl="0" lvl="0">
                <a:spcBef>
                  <a:spcPts val="0"/>
                </a:spcBef>
                <a:buNone/>
              </a:pPr>
              <a:r>
                <a:rPr b="1" lang="en">
                  <a:solidFill>
                    <a:srgbClr val="38761D"/>
                  </a:solidFill>
                </a:rPr>
                <a:t>Wheatie</a:t>
              </a:r>
            </a:p>
          </p:txBody>
        </p:sp>
      </p:grpSp>
      <p:sp>
        <p:nvSpPr>
          <p:cNvPr id="170" name="Shape 170"/>
          <p:cNvSpPr/>
          <p:nvPr/>
        </p:nvSpPr>
        <p:spPr>
          <a:xfrm>
            <a:off y="85494" x="1068862"/>
            <a:ext cy="557400" cx="6959399"/>
          </a:xfrm>
          <a:prstGeom prst="rect">
            <a:avLst/>
          </a:prstGeom>
          <a:solidFill>
            <a:srgbClr val="74C9CC"/>
          </a:solidFill>
          <a:ln w="19050" cap="flat">
            <a:solidFill>
              <a:srgbClr val="FFFFFF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>
            <a:pPr algn="ctr" rtl="0" lvl="0">
              <a:spcBef>
                <a:spcPts val="0"/>
              </a:spcBef>
              <a:buNone/>
            </a:pPr>
            <a:r>
              <a:rPr b="1" lang="en"/>
              <a:t>Story: </a:t>
            </a:r>
            <a:r>
              <a:rPr lang="en" i="1"/>
              <a:t>The Three Little Pigs Strike Back</a:t>
            </a:r>
          </a:p>
          <a:p>
            <a:pPr algn="ctr" rtl="0" lvl="0">
              <a:spcBef>
                <a:spcPts val="0"/>
              </a:spcBef>
              <a:buNone/>
            </a:pPr>
            <a:r>
              <a:rPr b="1" lang="en"/>
              <a:t>Progress: </a:t>
            </a:r>
            <a:r>
              <a:rPr lang="en"/>
              <a:t>95%                 </a:t>
            </a:r>
            <a:r>
              <a:rPr b="1" lang="en"/>
              <a:t>ETA:</a:t>
            </a:r>
            <a:r>
              <a:rPr lang="en"/>
              <a:t> 20 min </a:t>
            </a:r>
          </a:p>
        </p:txBody>
      </p:sp>
      <p:grpSp>
        <p:nvGrpSpPr>
          <p:cNvPr id="171" name="Shape 171"/>
          <p:cNvGrpSpPr/>
          <p:nvPr/>
        </p:nvGrpSpPr>
        <p:grpSpPr>
          <a:xfrm>
            <a:off y="4130700" x="2474637"/>
            <a:ext cy="1012800" cx="1017900"/>
            <a:chOff y="4111925" x="1168550"/>
            <a:chExt cy="1012800" cx="1017900"/>
          </a:xfrm>
        </p:grpSpPr>
        <p:pic>
          <p:nvPicPr>
            <p:cNvPr id="172" name="Shape 17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y="4111925" x="1313311"/>
              <a:ext cy="728400" cx="7283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Shape 173"/>
            <p:cNvSpPr/>
            <p:nvPr/>
          </p:nvSpPr>
          <p:spPr>
            <a:xfrm>
              <a:off y="4840325" x="1168550"/>
              <a:ext cy="284400" cx="1017900"/>
            </a:xfrm>
            <a:prstGeom prst="rect">
              <a:avLst/>
            </a:prstGeom>
            <a:solidFill>
              <a:srgbClr val="EEE440"/>
            </a:solidFill>
            <a:ln w="19050" cap="flat">
              <a:solidFill>
                <a:srgbClr val="FFFFFF"/>
              </a:solidFill>
              <a:prstDash val="solid"/>
              <a:round/>
              <a:headEnd w="med" len="med" type="none"/>
              <a:tailEnd w="med" len="med" type="none"/>
            </a:ln>
          </p:spPr>
          <p:txBody>
            <a:bodyPr bIns="91425" rIns="91425" lIns="91425" tIns="91425" anchor="ctr" anchorCtr="0">
              <a:noAutofit/>
            </a:bodyPr>
            <a:lstStyle/>
            <a:p>
              <a:pPr rtl="0" lvl="0">
                <a:spcBef>
                  <a:spcPts val="0"/>
                </a:spcBef>
                <a:buNone/>
              </a:pPr>
              <a:r>
                <a:rPr b="1" lang="en">
                  <a:solidFill>
                    <a:srgbClr val="38761D"/>
                  </a:solidFill>
                </a:rPr>
                <a:t>Twiggy</a:t>
              </a:r>
            </a:p>
          </p:txBody>
        </p:sp>
      </p:grpSp>
      <p:grpSp>
        <p:nvGrpSpPr>
          <p:cNvPr id="174" name="Shape 174"/>
          <p:cNvGrpSpPr/>
          <p:nvPr/>
        </p:nvGrpSpPr>
        <p:grpSpPr>
          <a:xfrm>
            <a:off y="4130700" x="7133525"/>
            <a:ext cy="1012800" cx="1017900"/>
            <a:chOff y="4111925" x="1168550"/>
            <a:chExt cy="1012800" cx="1017900"/>
          </a:xfrm>
        </p:grpSpPr>
        <p:pic>
          <p:nvPicPr>
            <p:cNvPr id="175" name="Shape 17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y="4111925" x="1313311"/>
              <a:ext cy="728400" cx="7283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Shape 176"/>
            <p:cNvSpPr/>
            <p:nvPr/>
          </p:nvSpPr>
          <p:spPr>
            <a:xfrm>
              <a:off y="4840325" x="1168550"/>
              <a:ext cy="284400" cx="1017900"/>
            </a:xfrm>
            <a:prstGeom prst="rect">
              <a:avLst/>
            </a:prstGeom>
            <a:solidFill>
              <a:srgbClr val="EEE440"/>
            </a:solidFill>
            <a:ln w="19050" cap="flat">
              <a:solidFill>
                <a:srgbClr val="FFFFFF"/>
              </a:solidFill>
              <a:prstDash val="solid"/>
              <a:round/>
              <a:headEnd w="med" len="med" type="none"/>
              <a:tailEnd w="med" len="med" type="none"/>
            </a:ln>
          </p:spPr>
          <p:txBody>
            <a:bodyPr bIns="91425" rIns="91425" lIns="91425" tIns="91425" anchor="ctr" anchorCtr="0">
              <a:noAutofit/>
            </a:bodyPr>
            <a:lstStyle/>
            <a:p>
              <a:pPr rtl="0" lvl="0">
                <a:spcBef>
                  <a:spcPts val="0"/>
                </a:spcBef>
                <a:buNone/>
              </a:pPr>
              <a:r>
                <a:rPr b="1" lang="en">
                  <a:solidFill>
                    <a:srgbClr val="38761D"/>
                  </a:solidFill>
                </a:rPr>
                <a:t>Brick</a:t>
              </a:r>
            </a:p>
          </p:txBody>
        </p:sp>
      </p:grpSp>
      <p:grpSp>
        <p:nvGrpSpPr>
          <p:cNvPr id="177" name="Shape 177"/>
          <p:cNvGrpSpPr/>
          <p:nvPr/>
        </p:nvGrpSpPr>
        <p:grpSpPr>
          <a:xfrm>
            <a:off y="35468" x="8395298"/>
            <a:ext cy="657450" cx="657450"/>
            <a:chOff y="886962" x="7785698"/>
            <a:chExt cy="657450" cx="657450"/>
          </a:xfrm>
        </p:grpSpPr>
        <p:sp>
          <p:nvSpPr>
            <p:cNvPr id="178" name="Shape 178"/>
            <p:cNvSpPr/>
            <p:nvPr/>
          </p:nvSpPr>
          <p:spPr>
            <a:xfrm>
              <a:off y="936987" x="7821173"/>
              <a:ext cy="557400" cx="586500"/>
            </a:xfrm>
            <a:prstGeom prst="rect">
              <a:avLst/>
            </a:prstGeom>
            <a:solidFill>
              <a:schemeClr val="lt2"/>
            </a:solidFill>
            <a:ln w="19050" cap="flat">
              <a:solidFill>
                <a:schemeClr val="dk2"/>
              </a:solidFill>
              <a:prstDash val="solid"/>
              <a:round/>
              <a:headEnd w="med" len="med" type="none"/>
              <a:tailEnd w="med" len="med" type="none"/>
            </a:ln>
          </p:spPr>
          <p:txBody>
            <a:bodyPr bIns="91425" rIns="91425" lIns="91425" tIns="91425" anchor="ctr" anchorCtr="0">
              <a:noAutofit/>
            </a:bodyPr>
            <a:lstStyle/>
            <a:p>
              <a:pPr algn="ctr" rtl="0"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pic>
          <p:nvPicPr>
            <p:cNvPr id="179" name="Shape 17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y="886962" x="7785698"/>
              <a:ext cy="657450" cx="6574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0" name="Shape 180"/>
          <p:cNvGrpSpPr/>
          <p:nvPr/>
        </p:nvGrpSpPr>
        <p:grpSpPr>
          <a:xfrm>
            <a:off y="-6" x="31"/>
            <a:ext cy="728400" cx="728400"/>
            <a:chOff y="178768" x="118831"/>
            <a:chExt cy="728400" cx="728400"/>
          </a:xfrm>
        </p:grpSpPr>
        <p:sp>
          <p:nvSpPr>
            <p:cNvPr id="181" name="Shape 181"/>
            <p:cNvSpPr/>
            <p:nvPr/>
          </p:nvSpPr>
          <p:spPr>
            <a:xfrm>
              <a:off y="264269" x="189782"/>
              <a:ext cy="557400" cx="586500"/>
            </a:xfrm>
            <a:prstGeom prst="rect">
              <a:avLst/>
            </a:prstGeom>
            <a:solidFill>
              <a:schemeClr val="lt2"/>
            </a:solidFill>
            <a:ln w="19050" cap="flat">
              <a:solidFill>
                <a:schemeClr val="dk2"/>
              </a:solidFill>
              <a:prstDash val="solid"/>
              <a:round/>
              <a:headEnd w="med" len="med" type="none"/>
              <a:tailEnd w="med" len="med" type="none"/>
            </a:ln>
          </p:spPr>
          <p:txBody>
            <a:bodyPr bIns="91425" rIns="91425" lIns="91425" tIns="91425" anchor="ctr" anchorCtr="0">
              <a:noAutofit/>
            </a:bodyPr>
            <a:lstStyle/>
            <a:p>
              <a:pPr algn="ctr" rtl="0"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pic>
          <p:nvPicPr>
            <p:cNvPr id="182" name="Shape 18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y="178768" x="118831"/>
              <a:ext cy="728400" cx="728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Shape 183"/>
          <p:cNvSpPr/>
          <p:nvPr/>
        </p:nvSpPr>
        <p:spPr>
          <a:xfrm>
            <a:off y="3190300" x="1813100"/>
            <a:ext cy="557400" cx="1448099"/>
          </a:xfrm>
          <a:prstGeom prst="wedgeRoundRectCallout">
            <a:avLst>
              <a:gd fmla="val 25330" name="adj1"/>
              <a:gd fmla="val 104557" name="adj2"/>
              <a:gd fmla="val 0" name="adj3"/>
            </a:avLst>
          </a:prstGeom>
          <a:solidFill>
            <a:srgbClr val="74C9CC"/>
          </a:solidFill>
          <a:ln w="19050" cap="flat">
            <a:solidFill>
              <a:srgbClr val="FFFFFF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sz="1200" lang="en"/>
              <a:t>Ah so warm</a:t>
            </a:r>
          </a:p>
        </p:txBody>
      </p:sp>
      <p:sp>
        <p:nvSpPr>
          <p:cNvPr id="184" name="Shape 184"/>
          <p:cNvSpPr/>
          <p:nvPr/>
        </p:nvSpPr>
        <p:spPr>
          <a:xfrm>
            <a:off y="2273400" x="3436225"/>
            <a:ext cy="386100" cx="350999"/>
          </a:xfrm>
          <a:prstGeom prst="cloudCallout">
            <a:avLst>
              <a:gd fmla="val -20833" name="adj1"/>
              <a:gd fmla="val 62500" name="adj2"/>
            </a:avLst>
          </a:prstGeom>
          <a:solidFill>
            <a:srgbClr val="EFEFEF"/>
          </a:solidFill>
          <a:ln w="19050" cap="flat">
            <a:solidFill>
              <a:srgbClr val="B7B7B7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85" name="Shape 185"/>
          <p:cNvSpPr/>
          <p:nvPr/>
        </p:nvSpPr>
        <p:spPr>
          <a:xfrm>
            <a:off y="3015400" x="6839375"/>
            <a:ext cy="1012799" cx="1547399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rgbClr val="74C9CC"/>
          </a:solidFill>
          <a:ln w="19050" cap="flat">
            <a:solidFill>
              <a:srgbClr val="FFFFFF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sz="1200" lang="en"/>
              <a:t>Nice job! Now he can’t get down the chimney.</a:t>
            </a:r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3.xml><?xml version="1.0" encoding="utf-8"?>
<a:theme xmlns:a="http://schemas.openxmlformats.org/drawingml/2006/main" xmlns:r="http://schemas.openxmlformats.org/officeDocument/2006/relationships" name="simple-light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</a:theme>
</file>